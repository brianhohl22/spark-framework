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3" r:id="rId4"/>
    <p:sldId id="256" r:id="rId5"/>
    <p:sldId id="258" r:id="rId6"/>
    <p:sldId id="261" r:id="rId7"/>
    <p:sldId id="262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60" r:id="rId17"/>
    <p:sldId id="257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9AB68-2D12-4187-8A4A-7ED47F4E3CAB}" v="456" dt="2024-02-23T19:14:17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Hohl" userId="757b1534c68434be" providerId="LiveId" clId="{04B9AB68-2D12-4187-8A4A-7ED47F4E3CAB}"/>
    <pc:docChg chg="undo redo custSel addSld delSld modSld sldOrd">
      <pc:chgData name="Brian Hohl" userId="757b1534c68434be" providerId="LiveId" clId="{04B9AB68-2D12-4187-8A4A-7ED47F4E3CAB}" dt="2024-02-23T19:15:04.704" v="3348" actId="20577"/>
      <pc:docMkLst>
        <pc:docMk/>
      </pc:docMkLst>
      <pc:sldChg chg="addSp delSp modSp mod">
        <pc:chgData name="Brian Hohl" userId="757b1534c68434be" providerId="LiveId" clId="{04B9AB68-2D12-4187-8A4A-7ED47F4E3CAB}" dt="2024-02-22T15:53:53.001" v="1043"/>
        <pc:sldMkLst>
          <pc:docMk/>
          <pc:sldMk cId="1833249814" sldId="256"/>
        </pc:sldMkLst>
        <pc:spChg chg="del">
          <ac:chgData name="Brian Hohl" userId="757b1534c68434be" providerId="LiveId" clId="{04B9AB68-2D12-4187-8A4A-7ED47F4E3CAB}" dt="2024-02-22T15:34:30.211" v="890" actId="478"/>
          <ac:spMkLst>
            <pc:docMk/>
            <pc:sldMk cId="1833249814" sldId="256"/>
            <ac:spMk id="2" creationId="{912FD27D-1CEC-1A87-3B1E-35EBC91F3511}"/>
          </ac:spMkLst>
        </pc:spChg>
        <pc:spChg chg="del">
          <ac:chgData name="Brian Hohl" userId="757b1534c68434be" providerId="LiveId" clId="{04B9AB68-2D12-4187-8A4A-7ED47F4E3CAB}" dt="2024-02-22T15:34:43.519" v="891" actId="478"/>
          <ac:spMkLst>
            <pc:docMk/>
            <pc:sldMk cId="1833249814" sldId="256"/>
            <ac:spMk id="3" creationId="{79471DE9-38B1-86F1-62DF-0A645EB60D7C}"/>
          </ac:spMkLst>
        </pc:spChg>
        <pc:spChg chg="add del mod">
          <ac:chgData name="Brian Hohl" userId="757b1534c68434be" providerId="LiveId" clId="{04B9AB68-2D12-4187-8A4A-7ED47F4E3CAB}" dt="2024-02-06T17:23:48.736" v="6"/>
          <ac:spMkLst>
            <pc:docMk/>
            <pc:sldMk cId="1833249814" sldId="256"/>
            <ac:spMk id="4" creationId="{A06DC711-9BFA-0188-A423-4B74AE4D7A70}"/>
          </ac:spMkLst>
        </pc:spChg>
        <pc:spChg chg="add del mod">
          <ac:chgData name="Brian Hohl" userId="757b1534c68434be" providerId="LiveId" clId="{04B9AB68-2D12-4187-8A4A-7ED47F4E3CAB}" dt="2024-02-06T17:27:45.610" v="24" actId="478"/>
          <ac:spMkLst>
            <pc:docMk/>
            <pc:sldMk cId="1833249814" sldId="256"/>
            <ac:spMk id="5" creationId="{86C9AE28-88D4-6631-E499-13F16ADF2EA9}"/>
          </ac:spMkLst>
        </pc:spChg>
        <pc:picChg chg="add mod">
          <ac:chgData name="Brian Hohl" userId="757b1534c68434be" providerId="LiveId" clId="{04B9AB68-2D12-4187-8A4A-7ED47F4E3CAB}" dt="2024-02-22T15:52:33.627" v="1020" actId="14100"/>
          <ac:picMkLst>
            <pc:docMk/>
            <pc:sldMk cId="1833249814" sldId="256"/>
            <ac:picMk id="4" creationId="{D6E3577F-D43D-0C0A-418A-AE19D5C75356}"/>
          </ac:picMkLst>
        </pc:picChg>
        <pc:picChg chg="add mod">
          <ac:chgData name="Brian Hohl" userId="757b1534c68434be" providerId="LiveId" clId="{04B9AB68-2D12-4187-8A4A-7ED47F4E3CAB}" dt="2024-02-22T15:49:47.446" v="985" actId="1076"/>
          <ac:picMkLst>
            <pc:docMk/>
            <pc:sldMk cId="1833249814" sldId="256"/>
            <ac:picMk id="7" creationId="{26971A49-BCAC-DC82-F1FB-29BDCDEABCAF}"/>
          </ac:picMkLst>
        </pc:picChg>
        <pc:picChg chg="add mod">
          <ac:chgData name="Brian Hohl" userId="757b1534c68434be" providerId="LiveId" clId="{04B9AB68-2D12-4187-8A4A-7ED47F4E3CAB}" dt="2024-02-22T15:53:53.001" v="1043"/>
          <ac:picMkLst>
            <pc:docMk/>
            <pc:sldMk cId="1833249814" sldId="256"/>
            <ac:picMk id="11" creationId="{9B10539D-B0F6-022B-E37A-3233D6F35FE9}"/>
          </ac:picMkLst>
        </pc:picChg>
        <pc:picChg chg="add mod">
          <ac:chgData name="Brian Hohl" userId="757b1534c68434be" providerId="LiveId" clId="{04B9AB68-2D12-4187-8A4A-7ED47F4E3CAB}" dt="2024-02-22T15:53:53.001" v="1043"/>
          <ac:picMkLst>
            <pc:docMk/>
            <pc:sldMk cId="1833249814" sldId="256"/>
            <ac:picMk id="12" creationId="{38E6F5B5-47B7-8CFE-6F3C-6FC10E264B1C}"/>
          </ac:picMkLst>
        </pc:picChg>
        <pc:picChg chg="add mod">
          <ac:chgData name="Brian Hohl" userId="757b1534c68434be" providerId="LiveId" clId="{04B9AB68-2D12-4187-8A4A-7ED47F4E3CAB}" dt="2024-02-22T15:52:47.111" v="1030" actId="1076"/>
          <ac:picMkLst>
            <pc:docMk/>
            <pc:sldMk cId="1833249814" sldId="256"/>
            <ac:picMk id="1026" creationId="{C455A2E3-7289-097F-8F89-FD5F78584A8A}"/>
          </ac:picMkLst>
        </pc:picChg>
        <pc:picChg chg="add mod">
          <ac:chgData name="Brian Hohl" userId="757b1534c68434be" providerId="LiveId" clId="{04B9AB68-2D12-4187-8A4A-7ED47F4E3CAB}" dt="2024-02-22T15:36:12.058" v="903" actId="1076"/>
          <ac:picMkLst>
            <pc:docMk/>
            <pc:sldMk cId="1833249814" sldId="256"/>
            <ac:picMk id="1028" creationId="{2B5C5DBE-AA09-3EF5-E713-A4EE56C2FC79}"/>
          </ac:picMkLst>
        </pc:picChg>
        <pc:picChg chg="add mod">
          <ac:chgData name="Brian Hohl" userId="757b1534c68434be" providerId="LiveId" clId="{04B9AB68-2D12-4187-8A4A-7ED47F4E3CAB}" dt="2024-02-22T15:36:10.264" v="902" actId="1076"/>
          <ac:picMkLst>
            <pc:docMk/>
            <pc:sldMk cId="1833249814" sldId="256"/>
            <ac:picMk id="1030" creationId="{C3D3DF4F-333E-EA01-7802-953DE442AAC0}"/>
          </ac:picMkLst>
        </pc:picChg>
        <pc:picChg chg="add mod">
          <ac:chgData name="Brian Hohl" userId="757b1534c68434be" providerId="LiveId" clId="{04B9AB68-2D12-4187-8A4A-7ED47F4E3CAB}" dt="2024-02-22T15:36:00.256" v="900" actId="14100"/>
          <ac:picMkLst>
            <pc:docMk/>
            <pc:sldMk cId="1833249814" sldId="256"/>
            <ac:picMk id="1034" creationId="{25FB397D-A291-03E4-AE7C-AB002B138269}"/>
          </ac:picMkLst>
        </pc:picChg>
        <pc:picChg chg="add mod">
          <ac:chgData name="Brian Hohl" userId="757b1534c68434be" providerId="LiveId" clId="{04B9AB68-2D12-4187-8A4A-7ED47F4E3CAB}" dt="2024-02-22T15:36:14.450" v="904" actId="1076"/>
          <ac:picMkLst>
            <pc:docMk/>
            <pc:sldMk cId="1833249814" sldId="256"/>
            <ac:picMk id="1036" creationId="{32FBF0BA-8C60-127E-4D66-1C4F4DD2141B}"/>
          </ac:picMkLst>
        </pc:picChg>
      </pc:sldChg>
      <pc:sldChg chg="addSp delSp modSp new mod">
        <pc:chgData name="Brian Hohl" userId="757b1534c68434be" providerId="LiveId" clId="{04B9AB68-2D12-4187-8A4A-7ED47F4E3CAB}" dt="2024-02-21T19:54:00.514" v="558" actId="1076"/>
        <pc:sldMkLst>
          <pc:docMk/>
          <pc:sldMk cId="2455732303" sldId="257"/>
        </pc:sldMkLst>
        <pc:spChg chg="del">
          <ac:chgData name="Brian Hohl" userId="757b1534c68434be" providerId="LiveId" clId="{04B9AB68-2D12-4187-8A4A-7ED47F4E3CAB}" dt="2024-02-06T17:23:37.150" v="1" actId="478"/>
          <ac:spMkLst>
            <pc:docMk/>
            <pc:sldMk cId="2455732303" sldId="257"/>
            <ac:spMk id="3" creationId="{D87886F2-675A-2D08-79CA-3389EF87867B}"/>
          </ac:spMkLst>
        </pc:spChg>
        <pc:spChg chg="add del mod">
          <ac:chgData name="Brian Hohl" userId="757b1534c68434be" providerId="LiveId" clId="{04B9AB68-2D12-4187-8A4A-7ED47F4E3CAB}" dt="2024-02-06T17:23:43.645" v="4" actId="21"/>
          <ac:spMkLst>
            <pc:docMk/>
            <pc:sldMk cId="2455732303" sldId="257"/>
            <ac:spMk id="5" creationId="{7949F02F-C8A9-6FBE-1645-F78CD4805D55}"/>
          </ac:spMkLst>
        </pc:spChg>
        <pc:spChg chg="add del">
          <ac:chgData name="Brian Hohl" userId="757b1534c68434be" providerId="LiveId" clId="{04B9AB68-2D12-4187-8A4A-7ED47F4E3CAB}" dt="2024-02-06T17:30:04.439" v="33" actId="478"/>
          <ac:spMkLst>
            <pc:docMk/>
            <pc:sldMk cId="2455732303" sldId="257"/>
            <ac:spMk id="6" creationId="{FA9DB2D4-6C04-A35A-4272-A45796A93B5B}"/>
          </ac:spMkLst>
        </pc:spChg>
        <pc:spChg chg="add del">
          <ac:chgData name="Brian Hohl" userId="757b1534c68434be" providerId="LiveId" clId="{04B9AB68-2D12-4187-8A4A-7ED47F4E3CAB}" dt="2024-02-06T17:30:11.349" v="35" actId="478"/>
          <ac:spMkLst>
            <pc:docMk/>
            <pc:sldMk cId="2455732303" sldId="257"/>
            <ac:spMk id="7" creationId="{370F9CB2-7473-7734-2EF7-B8E940754632}"/>
          </ac:spMkLst>
        </pc:spChg>
        <pc:spChg chg="add mod">
          <ac:chgData name="Brian Hohl" userId="757b1534c68434be" providerId="LiveId" clId="{04B9AB68-2D12-4187-8A4A-7ED47F4E3CAB}" dt="2024-02-06T17:32:34.800" v="48" actId="1076"/>
          <ac:spMkLst>
            <pc:docMk/>
            <pc:sldMk cId="2455732303" sldId="257"/>
            <ac:spMk id="11" creationId="{BCD02ACB-CF6B-C25F-9637-0F8EF02FA936}"/>
          </ac:spMkLst>
        </pc:spChg>
        <pc:picChg chg="add mod">
          <ac:chgData name="Brian Hohl" userId="757b1534c68434be" providerId="LiveId" clId="{04B9AB68-2D12-4187-8A4A-7ED47F4E3CAB}" dt="2024-02-21T19:52:53.843" v="549" actId="14100"/>
          <ac:picMkLst>
            <pc:docMk/>
            <pc:sldMk cId="2455732303" sldId="257"/>
            <ac:picMk id="3" creationId="{1445A605-F7A8-5830-7EA6-AE85CFA1048C}"/>
          </ac:picMkLst>
        </pc:picChg>
        <pc:picChg chg="add mod">
          <ac:chgData name="Brian Hohl" userId="757b1534c68434be" providerId="LiveId" clId="{04B9AB68-2D12-4187-8A4A-7ED47F4E3CAB}" dt="2024-02-21T19:54:00.514" v="558" actId="1076"/>
          <ac:picMkLst>
            <pc:docMk/>
            <pc:sldMk cId="2455732303" sldId="257"/>
            <ac:picMk id="4" creationId="{0ECB9B77-44A3-9732-BE55-FFDA65487A17}"/>
          </ac:picMkLst>
        </pc:picChg>
        <pc:picChg chg="add mod">
          <ac:chgData name="Brian Hohl" userId="757b1534c68434be" providerId="LiveId" clId="{04B9AB68-2D12-4187-8A4A-7ED47F4E3CAB}" dt="2024-02-21T19:48:31.705" v="62" actId="1076"/>
          <ac:picMkLst>
            <pc:docMk/>
            <pc:sldMk cId="2455732303" sldId="257"/>
            <ac:picMk id="9" creationId="{E18628E1-CF35-C26E-A27C-225701B8FEC5}"/>
          </ac:picMkLst>
        </pc:picChg>
        <pc:picChg chg="add mod">
          <ac:chgData name="Brian Hohl" userId="757b1534c68434be" providerId="LiveId" clId="{04B9AB68-2D12-4187-8A4A-7ED47F4E3CAB}" dt="2024-02-21T19:53:31.511" v="553" actId="1076"/>
          <ac:picMkLst>
            <pc:docMk/>
            <pc:sldMk cId="2455732303" sldId="257"/>
            <ac:picMk id="13" creationId="{9E397EC8-3B80-779C-3949-EC7F56F3F4E2}"/>
          </ac:picMkLst>
        </pc:picChg>
        <pc:picChg chg="add mod">
          <ac:chgData name="Brian Hohl" userId="757b1534c68434be" providerId="LiveId" clId="{04B9AB68-2D12-4187-8A4A-7ED47F4E3CAB}" dt="2024-02-21T19:48:25.046" v="58" actId="1076"/>
          <ac:picMkLst>
            <pc:docMk/>
            <pc:sldMk cId="2455732303" sldId="257"/>
            <ac:picMk id="2050" creationId="{B158F3B4-C8E3-D3C2-D9D8-7BE21265535E}"/>
          </ac:picMkLst>
        </pc:picChg>
        <pc:picChg chg="add del mod">
          <ac:chgData name="Brian Hohl" userId="757b1534c68434be" providerId="LiveId" clId="{04B9AB68-2D12-4187-8A4A-7ED47F4E3CAB}" dt="2024-02-21T19:53:49.998" v="555" actId="21"/>
          <ac:picMkLst>
            <pc:docMk/>
            <pc:sldMk cId="2455732303" sldId="257"/>
            <ac:picMk id="2056" creationId="{0ECB9B77-44A3-9732-BE55-FFDA65487A17}"/>
          </ac:picMkLst>
        </pc:picChg>
        <pc:picChg chg="add mod">
          <ac:chgData name="Brian Hohl" userId="757b1534c68434be" providerId="LiveId" clId="{04B9AB68-2D12-4187-8A4A-7ED47F4E3CAB}" dt="2024-02-21T19:48:26.614" v="59" actId="1076"/>
          <ac:picMkLst>
            <pc:docMk/>
            <pc:sldMk cId="2455732303" sldId="257"/>
            <ac:picMk id="2058" creationId="{0BA44230-9CCB-EA5C-A496-E16D942A9A04}"/>
          </ac:picMkLst>
        </pc:picChg>
        <pc:picChg chg="add mod">
          <ac:chgData name="Brian Hohl" userId="757b1534c68434be" providerId="LiveId" clId="{04B9AB68-2D12-4187-8A4A-7ED47F4E3CAB}" dt="2024-02-21T19:48:28.631" v="60" actId="1076"/>
          <ac:picMkLst>
            <pc:docMk/>
            <pc:sldMk cId="2455732303" sldId="257"/>
            <ac:picMk id="2060" creationId="{81E8DF0A-AF03-8F71-D4BD-530B096F6B96}"/>
          </ac:picMkLst>
        </pc:picChg>
        <pc:picChg chg="add del mod">
          <ac:chgData name="Brian Hohl" userId="757b1534c68434be" providerId="LiveId" clId="{04B9AB68-2D12-4187-8A4A-7ED47F4E3CAB}" dt="2024-02-21T19:53:00.681" v="551" actId="1076"/>
          <ac:picMkLst>
            <pc:docMk/>
            <pc:sldMk cId="2455732303" sldId="257"/>
            <ac:picMk id="2062" creationId="{1445A605-F7A8-5830-7EA6-AE85CFA1048C}"/>
          </ac:picMkLst>
        </pc:picChg>
      </pc:sldChg>
      <pc:sldChg chg="addSp delSp modSp new mod">
        <pc:chgData name="Brian Hohl" userId="757b1534c68434be" providerId="LiveId" clId="{04B9AB68-2D12-4187-8A4A-7ED47F4E3CAB}" dt="2024-02-23T18:53:23.318" v="2117" actId="20577"/>
        <pc:sldMkLst>
          <pc:docMk/>
          <pc:sldMk cId="1632779825" sldId="258"/>
        </pc:sldMkLst>
        <pc:spChg chg="del">
          <ac:chgData name="Brian Hohl" userId="757b1534c68434be" providerId="LiveId" clId="{04B9AB68-2D12-4187-8A4A-7ED47F4E3CAB}" dt="2024-02-06T17:23:58.061" v="8" actId="478"/>
          <ac:spMkLst>
            <pc:docMk/>
            <pc:sldMk cId="1632779825" sldId="258"/>
            <ac:spMk id="3" creationId="{B6C9CFAF-6EC6-5D52-1ABB-355B36CC8688}"/>
          </ac:spMkLst>
        </pc:spChg>
        <pc:spChg chg="add mod">
          <ac:chgData name="Brian Hohl" userId="757b1534c68434be" providerId="LiveId" clId="{04B9AB68-2D12-4187-8A4A-7ED47F4E3CAB}" dt="2024-02-06T17:25:23.042" v="16" actId="403"/>
          <ac:spMkLst>
            <pc:docMk/>
            <pc:sldMk cId="1632779825" sldId="258"/>
            <ac:spMk id="4" creationId="{2222FCB0-2131-B04F-5BDB-9AAD5499B262}"/>
          </ac:spMkLst>
        </pc:spChg>
        <pc:spChg chg="add mod">
          <ac:chgData name="Brian Hohl" userId="757b1534c68434be" providerId="LiveId" clId="{04B9AB68-2D12-4187-8A4A-7ED47F4E3CAB}" dt="2024-02-22T15:31:49.219" v="887" actId="14100"/>
          <ac:spMkLst>
            <pc:docMk/>
            <pc:sldMk cId="1632779825" sldId="258"/>
            <ac:spMk id="5" creationId="{4EEF7566-4A48-CEB7-A3EC-B723B042FFD9}"/>
          </ac:spMkLst>
        </pc:spChg>
        <pc:spChg chg="add mod">
          <ac:chgData name="Brian Hohl" userId="757b1534c68434be" providerId="LiveId" clId="{04B9AB68-2D12-4187-8A4A-7ED47F4E3CAB}" dt="2024-02-23T18:53:23.318" v="2117" actId="20577"/>
          <ac:spMkLst>
            <pc:docMk/>
            <pc:sldMk cId="1632779825" sldId="258"/>
            <ac:spMk id="6" creationId="{5D61E1B4-5224-6D10-396C-3401ED96AD75}"/>
          </ac:spMkLst>
        </pc:spChg>
      </pc:sldChg>
      <pc:sldChg chg="addSp delSp modSp new mod">
        <pc:chgData name="Brian Hohl" userId="757b1534c68434be" providerId="LiveId" clId="{04B9AB68-2D12-4187-8A4A-7ED47F4E3CAB}" dt="2024-02-21T19:50:01.780" v="264" actId="20577"/>
        <pc:sldMkLst>
          <pc:docMk/>
          <pc:sldMk cId="3074115082" sldId="259"/>
        </pc:sldMkLst>
        <pc:spChg chg="del">
          <ac:chgData name="Brian Hohl" userId="757b1534c68434be" providerId="LiveId" clId="{04B9AB68-2D12-4187-8A4A-7ED47F4E3CAB}" dt="2024-02-21T19:49:33.999" v="159" actId="478"/>
          <ac:spMkLst>
            <pc:docMk/>
            <pc:sldMk cId="3074115082" sldId="259"/>
            <ac:spMk id="3" creationId="{054ECFE7-7BF4-92AD-EE66-E859E8DBC405}"/>
          </ac:spMkLst>
        </pc:spChg>
        <pc:spChg chg="add mod">
          <ac:chgData name="Brian Hohl" userId="757b1534c68434be" providerId="LiveId" clId="{04B9AB68-2D12-4187-8A4A-7ED47F4E3CAB}" dt="2024-02-21T19:50:01.780" v="264" actId="20577"/>
          <ac:spMkLst>
            <pc:docMk/>
            <pc:sldMk cId="3074115082" sldId="259"/>
            <ac:spMk id="5" creationId="{5AAAC742-7D4A-CF07-8058-F614FD4F1CB3}"/>
          </ac:spMkLst>
        </pc:spChg>
      </pc:sldChg>
      <pc:sldChg chg="add">
        <pc:chgData name="Brian Hohl" userId="757b1534c68434be" providerId="LiveId" clId="{04B9AB68-2D12-4187-8A4A-7ED47F4E3CAB}" dt="2024-02-22T15:33:36.051" v="888"/>
        <pc:sldMkLst>
          <pc:docMk/>
          <pc:sldMk cId="3105201717" sldId="260"/>
        </pc:sldMkLst>
      </pc:sldChg>
      <pc:sldChg chg="addSp delSp modSp add mod ord">
        <pc:chgData name="Brian Hohl" userId="757b1534c68434be" providerId="LiveId" clId="{04B9AB68-2D12-4187-8A4A-7ED47F4E3CAB}" dt="2024-02-22T16:26:35.661" v="1525" actId="1076"/>
        <pc:sldMkLst>
          <pc:docMk/>
          <pc:sldMk cId="3118656725" sldId="261"/>
        </pc:sldMkLst>
        <pc:spChg chg="add mod">
          <ac:chgData name="Brian Hohl" userId="757b1534c68434be" providerId="LiveId" clId="{04B9AB68-2D12-4187-8A4A-7ED47F4E3CAB}" dt="2024-02-22T15:58:54.446" v="1217" actId="207"/>
          <ac:spMkLst>
            <pc:docMk/>
            <pc:sldMk cId="3118656725" sldId="261"/>
            <ac:spMk id="13" creationId="{C873573C-25D2-96F4-1F89-115CDCEFAD10}"/>
          </ac:spMkLst>
        </pc:spChg>
        <pc:spChg chg="add mod">
          <ac:chgData name="Brian Hohl" userId="757b1534c68434be" providerId="LiveId" clId="{04B9AB68-2D12-4187-8A4A-7ED47F4E3CAB}" dt="2024-02-22T15:59:27.474" v="1225" actId="1076"/>
          <ac:spMkLst>
            <pc:docMk/>
            <pc:sldMk cId="3118656725" sldId="261"/>
            <ac:spMk id="14" creationId="{22CE7DB4-A3F6-5F7B-5D2D-3C0297BE6709}"/>
          </ac:spMkLst>
        </pc:spChg>
        <pc:spChg chg="add del">
          <ac:chgData name="Brian Hohl" userId="757b1534c68434be" providerId="LiveId" clId="{04B9AB68-2D12-4187-8A4A-7ED47F4E3CAB}" dt="2024-02-22T16:20:57.019" v="1439" actId="478"/>
          <ac:spMkLst>
            <pc:docMk/>
            <pc:sldMk cId="3118656725" sldId="261"/>
            <ac:spMk id="17" creationId="{0070F2FA-5D56-2196-7666-5C74E63C07EC}"/>
          </ac:spMkLst>
        </pc:spChg>
        <pc:spChg chg="add mod">
          <ac:chgData name="Brian Hohl" userId="757b1534c68434be" providerId="LiveId" clId="{04B9AB68-2D12-4187-8A4A-7ED47F4E3CAB}" dt="2024-02-22T16:24:44.937" v="1479" actId="164"/>
          <ac:spMkLst>
            <pc:docMk/>
            <pc:sldMk cId="3118656725" sldId="261"/>
            <ac:spMk id="18" creationId="{8D715F08-58CB-48AC-86E4-F7CAC57119CF}"/>
          </ac:spMkLst>
        </pc:spChg>
        <pc:spChg chg="add mod">
          <ac:chgData name="Brian Hohl" userId="757b1534c68434be" providerId="LiveId" clId="{04B9AB68-2D12-4187-8A4A-7ED47F4E3CAB}" dt="2024-02-22T16:24:44.937" v="1479" actId="164"/>
          <ac:spMkLst>
            <pc:docMk/>
            <pc:sldMk cId="3118656725" sldId="261"/>
            <ac:spMk id="19" creationId="{CC0030E9-1E1A-F97E-28E4-6BEFAAA6023D}"/>
          </ac:spMkLst>
        </pc:spChg>
        <pc:spChg chg="add mod">
          <ac:chgData name="Brian Hohl" userId="757b1534c68434be" providerId="LiveId" clId="{04B9AB68-2D12-4187-8A4A-7ED47F4E3CAB}" dt="2024-02-22T16:24:44.937" v="1479" actId="164"/>
          <ac:spMkLst>
            <pc:docMk/>
            <pc:sldMk cId="3118656725" sldId="261"/>
            <ac:spMk id="20" creationId="{56136916-A1F7-3E29-F4B2-F71F3B8C4E88}"/>
          </ac:spMkLst>
        </pc:spChg>
        <pc:spChg chg="add mod">
          <ac:chgData name="Brian Hohl" userId="757b1534c68434be" providerId="LiveId" clId="{04B9AB68-2D12-4187-8A4A-7ED47F4E3CAB}" dt="2024-02-22T16:24:44.937" v="1479" actId="164"/>
          <ac:spMkLst>
            <pc:docMk/>
            <pc:sldMk cId="3118656725" sldId="261"/>
            <ac:spMk id="21" creationId="{361A1604-3E68-88C1-F7D0-147716D7472F}"/>
          </ac:spMkLst>
        </pc:spChg>
        <pc:spChg chg="add mod">
          <ac:chgData name="Brian Hohl" userId="757b1534c68434be" providerId="LiveId" clId="{04B9AB68-2D12-4187-8A4A-7ED47F4E3CAB}" dt="2024-02-22T16:24:44.937" v="1479" actId="164"/>
          <ac:spMkLst>
            <pc:docMk/>
            <pc:sldMk cId="3118656725" sldId="261"/>
            <ac:spMk id="22" creationId="{4820A97E-EC2C-6DBF-9DBD-72CBBEB3A5E3}"/>
          </ac:spMkLst>
        </pc:spChg>
        <pc:spChg chg="add mod">
          <ac:chgData name="Brian Hohl" userId="757b1534c68434be" providerId="LiveId" clId="{04B9AB68-2D12-4187-8A4A-7ED47F4E3CAB}" dt="2024-02-22T16:24:44.937" v="1479" actId="164"/>
          <ac:spMkLst>
            <pc:docMk/>
            <pc:sldMk cId="3118656725" sldId="261"/>
            <ac:spMk id="23" creationId="{49745AEC-CD1B-FAC6-85DD-B1BD04951371}"/>
          </ac:spMkLst>
        </pc:spChg>
        <pc:grpChg chg="add mod">
          <ac:chgData name="Brian Hohl" userId="757b1534c68434be" providerId="LiveId" clId="{04B9AB68-2D12-4187-8A4A-7ED47F4E3CAB}" dt="2024-02-22T15:58:54.446" v="1217" actId="207"/>
          <ac:grpSpMkLst>
            <pc:docMk/>
            <pc:sldMk cId="3118656725" sldId="261"/>
            <ac:grpSpMk id="15" creationId="{66DD0C11-4394-7A72-5771-6B096D61513E}"/>
          </ac:grpSpMkLst>
        </pc:grpChg>
        <pc:grpChg chg="add del mod">
          <ac:chgData name="Brian Hohl" userId="757b1534c68434be" providerId="LiveId" clId="{04B9AB68-2D12-4187-8A4A-7ED47F4E3CAB}" dt="2024-02-22T16:24:48.175" v="1480" actId="21"/>
          <ac:grpSpMkLst>
            <pc:docMk/>
            <pc:sldMk cId="3118656725" sldId="261"/>
            <ac:grpSpMk id="24" creationId="{362FD2E8-3CE7-BFE8-4277-56DA59370F66}"/>
          </ac:grpSpMkLst>
        </pc:grpChg>
        <pc:picChg chg="add del mod">
          <ac:chgData name="Brian Hohl" userId="757b1534c68434be" providerId="LiveId" clId="{04B9AB68-2D12-4187-8A4A-7ED47F4E3CAB}" dt="2024-02-22T15:40:34.945" v="922" actId="478"/>
          <ac:picMkLst>
            <pc:docMk/>
            <pc:sldMk cId="3118656725" sldId="261"/>
            <ac:picMk id="2" creationId="{BF298167-2BC4-AFDC-D819-7FE7B105BE94}"/>
          </ac:picMkLst>
        </pc:picChg>
        <pc:picChg chg="add del mod">
          <ac:chgData name="Brian Hohl" userId="757b1534c68434be" providerId="LiveId" clId="{04B9AB68-2D12-4187-8A4A-7ED47F4E3CAB}" dt="2024-02-22T15:37:58.464" v="916" actId="478"/>
          <ac:picMkLst>
            <pc:docMk/>
            <pc:sldMk cId="3118656725" sldId="261"/>
            <ac:picMk id="3" creationId="{04D3D1F9-04F4-A8A0-2BA6-151784FB6077}"/>
          </ac:picMkLst>
        </pc:picChg>
        <pc:picChg chg="add mod">
          <ac:chgData name="Brian Hohl" userId="757b1534c68434be" providerId="LiveId" clId="{04B9AB68-2D12-4187-8A4A-7ED47F4E3CAB}" dt="2024-02-22T15:50:34.457" v="1004" actId="1076"/>
          <ac:picMkLst>
            <pc:docMk/>
            <pc:sldMk cId="3118656725" sldId="261"/>
            <ac:picMk id="4" creationId="{CB04F293-119B-900D-0CCD-4610E0A0F731}"/>
          </ac:picMkLst>
        </pc:picChg>
        <pc:picChg chg="add mod">
          <ac:chgData name="Brian Hohl" userId="757b1534c68434be" providerId="LiveId" clId="{04B9AB68-2D12-4187-8A4A-7ED47F4E3CAB}" dt="2024-02-22T15:50:41.138" v="1005" actId="1076"/>
          <ac:picMkLst>
            <pc:docMk/>
            <pc:sldMk cId="3118656725" sldId="261"/>
            <ac:picMk id="5" creationId="{EB20CDD4-170F-59B4-BADA-54F01914EA55}"/>
          </ac:picMkLst>
        </pc:picChg>
        <pc:picChg chg="add del mod">
          <ac:chgData name="Brian Hohl" userId="757b1534c68434be" providerId="LiveId" clId="{04B9AB68-2D12-4187-8A4A-7ED47F4E3CAB}" dt="2024-02-22T15:45:21.934" v="958" actId="478"/>
          <ac:picMkLst>
            <pc:docMk/>
            <pc:sldMk cId="3118656725" sldId="261"/>
            <ac:picMk id="6" creationId="{DF2EAD8B-554D-86FB-5CC0-07BCA7A06F43}"/>
          </ac:picMkLst>
        </pc:picChg>
        <pc:picChg chg="add del mod">
          <ac:chgData name="Brian Hohl" userId="757b1534c68434be" providerId="LiveId" clId="{04B9AB68-2D12-4187-8A4A-7ED47F4E3CAB}" dt="2024-02-22T15:49:43.089" v="983" actId="21"/>
          <ac:picMkLst>
            <pc:docMk/>
            <pc:sldMk cId="3118656725" sldId="261"/>
            <ac:picMk id="7" creationId="{26971A49-BCAC-DC82-F1FB-29BDCDEABCAF}"/>
          </ac:picMkLst>
        </pc:picChg>
        <pc:picChg chg="add del mod">
          <ac:chgData name="Brian Hohl" userId="757b1534c68434be" providerId="LiveId" clId="{04B9AB68-2D12-4187-8A4A-7ED47F4E3CAB}" dt="2024-02-22T15:49:35.906" v="980" actId="21"/>
          <ac:picMkLst>
            <pc:docMk/>
            <pc:sldMk cId="3118656725" sldId="261"/>
            <ac:picMk id="8" creationId="{25FF7495-4909-27B0-EA6A-CBD54B326491}"/>
          </ac:picMkLst>
        </pc:picChg>
        <pc:picChg chg="add del mod">
          <ac:chgData name="Brian Hohl" userId="757b1534c68434be" providerId="LiveId" clId="{04B9AB68-2D12-4187-8A4A-7ED47F4E3CAB}" dt="2024-02-22T15:50:03.629" v="990" actId="21"/>
          <ac:picMkLst>
            <pc:docMk/>
            <pc:sldMk cId="3118656725" sldId="261"/>
            <ac:picMk id="9" creationId="{25FF7495-4909-27B0-EA6A-CBD54B326491}"/>
          </ac:picMkLst>
        </pc:picChg>
        <pc:picChg chg="add mod">
          <ac:chgData name="Brian Hohl" userId="757b1534c68434be" providerId="LiveId" clId="{04B9AB68-2D12-4187-8A4A-7ED47F4E3CAB}" dt="2024-02-22T16:26:35.661" v="1525" actId="1076"/>
          <ac:picMkLst>
            <pc:docMk/>
            <pc:sldMk cId="3118656725" sldId="261"/>
            <ac:picMk id="10" creationId="{25FF7495-4909-27B0-EA6A-CBD54B326491}"/>
          </ac:picMkLst>
        </pc:picChg>
        <pc:picChg chg="add del mod">
          <ac:chgData name="Brian Hohl" userId="757b1534c68434be" providerId="LiveId" clId="{04B9AB68-2D12-4187-8A4A-7ED47F4E3CAB}" dt="2024-02-22T15:53:50.824" v="1042" actId="21"/>
          <ac:picMkLst>
            <pc:docMk/>
            <pc:sldMk cId="3118656725" sldId="261"/>
            <ac:picMk id="11" creationId="{9B10539D-B0F6-022B-E37A-3233D6F35FE9}"/>
          </ac:picMkLst>
        </pc:picChg>
        <pc:picChg chg="add del mod">
          <ac:chgData name="Brian Hohl" userId="757b1534c68434be" providerId="LiveId" clId="{04B9AB68-2D12-4187-8A4A-7ED47F4E3CAB}" dt="2024-02-22T15:53:50.824" v="1042" actId="21"/>
          <ac:picMkLst>
            <pc:docMk/>
            <pc:sldMk cId="3118656725" sldId="261"/>
            <ac:picMk id="12" creationId="{38E6F5B5-47B7-8CFE-6F3C-6FC10E264B1C}"/>
          </ac:picMkLst>
        </pc:picChg>
        <pc:picChg chg="add mod">
          <ac:chgData name="Brian Hohl" userId="757b1534c68434be" providerId="LiveId" clId="{04B9AB68-2D12-4187-8A4A-7ED47F4E3CAB}" dt="2024-02-22T16:24:44.937" v="1479" actId="164"/>
          <ac:picMkLst>
            <pc:docMk/>
            <pc:sldMk cId="3118656725" sldId="261"/>
            <ac:picMk id="16" creationId="{878A1DD4-4054-0B4D-363A-D7F4E31C4020}"/>
          </ac:picMkLst>
        </pc:picChg>
        <pc:picChg chg="del mod">
          <ac:chgData name="Brian Hohl" userId="757b1534c68434be" providerId="LiveId" clId="{04B9AB68-2D12-4187-8A4A-7ED47F4E3CAB}" dt="2024-02-22T15:37:48.956" v="914" actId="21"/>
          <ac:picMkLst>
            <pc:docMk/>
            <pc:sldMk cId="3118656725" sldId="261"/>
            <ac:picMk id="1026" creationId="{04D3D1F9-04F4-A8A0-2BA6-151784FB6077}"/>
          </ac:picMkLst>
        </pc:picChg>
        <pc:picChg chg="del mod">
          <ac:chgData name="Brian Hohl" userId="757b1534c68434be" providerId="LiveId" clId="{04B9AB68-2D12-4187-8A4A-7ED47F4E3CAB}" dt="2024-02-22T15:37:06.263" v="907" actId="21"/>
          <ac:picMkLst>
            <pc:docMk/>
            <pc:sldMk cId="3118656725" sldId="261"/>
            <ac:picMk id="1028" creationId="{BF298167-2BC4-AFDC-D819-7FE7B105BE94}"/>
          </ac:picMkLst>
        </pc:picChg>
        <pc:picChg chg="del mod">
          <ac:chgData name="Brian Hohl" userId="757b1534c68434be" providerId="LiveId" clId="{04B9AB68-2D12-4187-8A4A-7ED47F4E3CAB}" dt="2024-02-22T15:50:52.080" v="1006" actId="21"/>
          <ac:picMkLst>
            <pc:docMk/>
            <pc:sldMk cId="3118656725" sldId="261"/>
            <ac:picMk id="1030" creationId="{D6E3577F-D43D-0C0A-418A-AE19D5C75356}"/>
          </ac:picMkLst>
        </pc:picChg>
        <pc:picChg chg="add del mod">
          <ac:chgData name="Brian Hohl" userId="757b1534c68434be" providerId="LiveId" clId="{04B9AB68-2D12-4187-8A4A-7ED47F4E3CAB}" dt="2024-02-22T15:46:10.093" v="961" actId="478"/>
          <ac:picMkLst>
            <pc:docMk/>
            <pc:sldMk cId="3118656725" sldId="261"/>
            <ac:picMk id="1032" creationId="{A2725A9A-624A-B8F7-809F-7838BBE6A9DC}"/>
          </ac:picMkLst>
        </pc:picChg>
        <pc:picChg chg="del">
          <ac:chgData name="Brian Hohl" userId="757b1534c68434be" providerId="LiveId" clId="{04B9AB68-2D12-4187-8A4A-7ED47F4E3CAB}" dt="2024-02-22T15:40:38.370" v="923" actId="478"/>
          <ac:picMkLst>
            <pc:docMk/>
            <pc:sldMk cId="3118656725" sldId="261"/>
            <ac:picMk id="1034" creationId="{15C88C63-BE3C-FEB6-F67C-852682AE790B}"/>
          </ac:picMkLst>
        </pc:picChg>
        <pc:picChg chg="del">
          <ac:chgData name="Brian Hohl" userId="757b1534c68434be" providerId="LiveId" clId="{04B9AB68-2D12-4187-8A4A-7ED47F4E3CAB}" dt="2024-02-22T15:40:33.430" v="921" actId="478"/>
          <ac:picMkLst>
            <pc:docMk/>
            <pc:sldMk cId="3118656725" sldId="261"/>
            <ac:picMk id="1036" creationId="{0DF363C6-28ED-383F-85B0-5E2F588446D8}"/>
          </ac:picMkLst>
        </pc:picChg>
      </pc:sldChg>
      <pc:sldChg chg="addSp delSp modSp add mod">
        <pc:chgData name="Brian Hohl" userId="757b1534c68434be" providerId="LiveId" clId="{04B9AB68-2D12-4187-8A4A-7ED47F4E3CAB}" dt="2024-02-23T19:10:55.259" v="2946" actId="255"/>
        <pc:sldMkLst>
          <pc:docMk/>
          <pc:sldMk cId="3101399349" sldId="262"/>
        </pc:sldMkLst>
        <pc:spChg chg="add del mod">
          <ac:chgData name="Brian Hohl" userId="757b1534c68434be" providerId="LiveId" clId="{04B9AB68-2D12-4187-8A4A-7ED47F4E3CAB}" dt="2024-02-22T15:58:07.291" v="1215" actId="478"/>
          <ac:spMkLst>
            <pc:docMk/>
            <pc:sldMk cId="3101399349" sldId="262"/>
            <ac:spMk id="2" creationId="{BDA210E9-596D-5B44-5365-897B8EA3C4C4}"/>
          </ac:spMkLst>
        </pc:spChg>
        <pc:spChg chg="add del mod">
          <ac:chgData name="Brian Hohl" userId="757b1534c68434be" providerId="LiveId" clId="{04B9AB68-2D12-4187-8A4A-7ED47F4E3CAB}" dt="2024-02-22T15:58:07.291" v="1215" actId="478"/>
          <ac:spMkLst>
            <pc:docMk/>
            <pc:sldMk cId="3101399349" sldId="262"/>
            <ac:spMk id="3" creationId="{F0E9CDB3-C82C-3DD6-57B2-9509AC919B50}"/>
          </ac:spMkLst>
        </pc:spChg>
        <pc:spChg chg="add del mod">
          <ac:chgData name="Brian Hohl" userId="757b1534c68434be" providerId="LiveId" clId="{04B9AB68-2D12-4187-8A4A-7ED47F4E3CAB}" dt="2024-02-22T16:10:18.865" v="1428" actId="478"/>
          <ac:spMkLst>
            <pc:docMk/>
            <pc:sldMk cId="3101399349" sldId="262"/>
            <ac:spMk id="6" creationId="{383A31B9-8EE5-70FF-7FA1-24098B945B3A}"/>
          </ac:spMkLst>
        </pc:spChg>
        <pc:spChg chg="mod">
          <ac:chgData name="Brian Hohl" userId="757b1534c68434be" providerId="LiveId" clId="{04B9AB68-2D12-4187-8A4A-7ED47F4E3CAB}" dt="2024-02-22T15:58:58.316" v="1218" actId="207"/>
          <ac:spMkLst>
            <pc:docMk/>
            <pc:sldMk cId="3101399349" sldId="262"/>
            <ac:spMk id="8" creationId="{23CDC0EB-A7C1-C32B-8CCF-8142E5BA02A9}"/>
          </ac:spMkLst>
        </pc:spChg>
        <pc:spChg chg="mod">
          <ac:chgData name="Brian Hohl" userId="757b1534c68434be" providerId="LiveId" clId="{04B9AB68-2D12-4187-8A4A-7ED47F4E3CAB}" dt="2024-02-22T15:58:58.316" v="1218" actId="207"/>
          <ac:spMkLst>
            <pc:docMk/>
            <pc:sldMk cId="3101399349" sldId="262"/>
            <ac:spMk id="9" creationId="{3D3D6ED3-9D10-0DD3-48FD-567651483935}"/>
          </ac:spMkLst>
        </pc:spChg>
        <pc:spChg chg="mod">
          <ac:chgData name="Brian Hohl" userId="757b1534c68434be" providerId="LiveId" clId="{04B9AB68-2D12-4187-8A4A-7ED47F4E3CAB}" dt="2024-02-22T15:59:33.988" v="1227"/>
          <ac:spMkLst>
            <pc:docMk/>
            <pc:sldMk cId="3101399349" sldId="262"/>
            <ac:spMk id="12" creationId="{1C93D686-6483-53D8-880F-AFB2B4B8258B}"/>
          </ac:spMkLst>
        </pc:spChg>
        <pc:spChg chg="mod">
          <ac:chgData name="Brian Hohl" userId="757b1534c68434be" providerId="LiveId" clId="{04B9AB68-2D12-4187-8A4A-7ED47F4E3CAB}" dt="2024-02-22T15:59:33.988" v="1227"/>
          <ac:spMkLst>
            <pc:docMk/>
            <pc:sldMk cId="3101399349" sldId="262"/>
            <ac:spMk id="13" creationId="{EB945197-1C57-CF9F-49F9-E0357B3E167D}"/>
          </ac:spMkLst>
        </pc:spChg>
        <pc:spChg chg="add mod">
          <ac:chgData name="Brian Hohl" userId="757b1534c68434be" providerId="LiveId" clId="{04B9AB68-2D12-4187-8A4A-7ED47F4E3CAB}" dt="2024-02-23T19:10:55.259" v="2946" actId="255"/>
          <ac:spMkLst>
            <pc:docMk/>
            <pc:sldMk cId="3101399349" sldId="262"/>
            <ac:spMk id="14" creationId="{0AAF5960-0712-C911-5617-620C23DD1868}"/>
          </ac:spMkLst>
        </pc:spChg>
        <pc:spChg chg="add del mod">
          <ac:chgData name="Brian Hohl" userId="757b1534c68434be" providerId="LiveId" clId="{04B9AB68-2D12-4187-8A4A-7ED47F4E3CAB}" dt="2024-02-22T16:00:50.641" v="1241" actId="478"/>
          <ac:spMkLst>
            <pc:docMk/>
            <pc:sldMk cId="3101399349" sldId="262"/>
            <ac:spMk id="15" creationId="{E8D174EB-DFD0-4932-1F28-44259C99F5DE}"/>
          </ac:spMkLst>
        </pc:spChg>
        <pc:spChg chg="mod">
          <ac:chgData name="Brian Hohl" userId="757b1534c68434be" providerId="LiveId" clId="{04B9AB68-2D12-4187-8A4A-7ED47F4E3CAB}" dt="2024-02-23T18:54:07.811" v="2118" actId="1076"/>
          <ac:spMkLst>
            <pc:docMk/>
            <pc:sldMk cId="3101399349" sldId="262"/>
            <ac:spMk id="18" creationId="{8D715F08-58CB-48AC-86E4-F7CAC57119CF}"/>
          </ac:spMkLst>
        </pc:spChg>
        <pc:spChg chg="mod">
          <ac:chgData name="Brian Hohl" userId="757b1534c68434be" providerId="LiveId" clId="{04B9AB68-2D12-4187-8A4A-7ED47F4E3CAB}" dt="2024-02-23T18:54:07.811" v="2118" actId="1076"/>
          <ac:spMkLst>
            <pc:docMk/>
            <pc:sldMk cId="3101399349" sldId="262"/>
            <ac:spMk id="19" creationId="{CC0030E9-1E1A-F97E-28E4-6BEFAAA6023D}"/>
          </ac:spMkLst>
        </pc:spChg>
        <pc:spChg chg="mod">
          <ac:chgData name="Brian Hohl" userId="757b1534c68434be" providerId="LiveId" clId="{04B9AB68-2D12-4187-8A4A-7ED47F4E3CAB}" dt="2024-02-23T18:54:07.811" v="2118" actId="1076"/>
          <ac:spMkLst>
            <pc:docMk/>
            <pc:sldMk cId="3101399349" sldId="262"/>
            <ac:spMk id="20" creationId="{56136916-A1F7-3E29-F4B2-F71F3B8C4E88}"/>
          </ac:spMkLst>
        </pc:spChg>
        <pc:spChg chg="mod">
          <ac:chgData name="Brian Hohl" userId="757b1534c68434be" providerId="LiveId" clId="{04B9AB68-2D12-4187-8A4A-7ED47F4E3CAB}" dt="2024-02-23T18:54:07.811" v="2118" actId="1076"/>
          <ac:spMkLst>
            <pc:docMk/>
            <pc:sldMk cId="3101399349" sldId="262"/>
            <ac:spMk id="21" creationId="{361A1604-3E68-88C1-F7D0-147716D7472F}"/>
          </ac:spMkLst>
        </pc:spChg>
        <pc:spChg chg="mod">
          <ac:chgData name="Brian Hohl" userId="757b1534c68434be" providerId="LiveId" clId="{04B9AB68-2D12-4187-8A4A-7ED47F4E3CAB}" dt="2024-02-23T18:54:07.811" v="2118" actId="1076"/>
          <ac:spMkLst>
            <pc:docMk/>
            <pc:sldMk cId="3101399349" sldId="262"/>
            <ac:spMk id="22" creationId="{4820A97E-EC2C-6DBF-9DBD-72CBBEB3A5E3}"/>
          </ac:spMkLst>
        </pc:spChg>
        <pc:spChg chg="mod">
          <ac:chgData name="Brian Hohl" userId="757b1534c68434be" providerId="LiveId" clId="{04B9AB68-2D12-4187-8A4A-7ED47F4E3CAB}" dt="2024-02-23T18:54:07.811" v="2118" actId="1076"/>
          <ac:spMkLst>
            <pc:docMk/>
            <pc:sldMk cId="3101399349" sldId="262"/>
            <ac:spMk id="23" creationId="{49745AEC-CD1B-FAC6-85DD-B1BD04951371}"/>
          </ac:spMkLst>
        </pc:spChg>
        <pc:grpChg chg="add del mod">
          <ac:chgData name="Brian Hohl" userId="757b1534c68434be" providerId="LiveId" clId="{04B9AB68-2D12-4187-8A4A-7ED47F4E3CAB}" dt="2024-02-22T15:59:33.121" v="1226" actId="478"/>
          <ac:grpSpMkLst>
            <pc:docMk/>
            <pc:sldMk cId="3101399349" sldId="262"/>
            <ac:grpSpMk id="7" creationId="{BE6EB763-B076-5FC1-B519-1345BF42D500}"/>
          </ac:grpSpMkLst>
        </pc:grpChg>
        <pc:grpChg chg="add mod">
          <ac:chgData name="Brian Hohl" userId="757b1534c68434be" providerId="LiveId" clId="{04B9AB68-2D12-4187-8A4A-7ED47F4E3CAB}" dt="2024-02-22T15:59:33.988" v="1227"/>
          <ac:grpSpMkLst>
            <pc:docMk/>
            <pc:sldMk cId="3101399349" sldId="262"/>
            <ac:grpSpMk id="11" creationId="{D1C4DD70-FF76-531A-5649-BA469D0B4CC0}"/>
          </ac:grpSpMkLst>
        </pc:grpChg>
        <pc:grpChg chg="add mod">
          <ac:chgData name="Brian Hohl" userId="757b1534c68434be" providerId="LiveId" clId="{04B9AB68-2D12-4187-8A4A-7ED47F4E3CAB}" dt="2024-02-23T18:54:07.811" v="2118" actId="1076"/>
          <ac:grpSpMkLst>
            <pc:docMk/>
            <pc:sldMk cId="3101399349" sldId="262"/>
            <ac:grpSpMk id="24" creationId="{362FD2E8-3CE7-BFE8-4277-56DA59370F66}"/>
          </ac:grpSpMkLst>
        </pc:grpChg>
        <pc:picChg chg="mod">
          <ac:chgData name="Brian Hohl" userId="757b1534c68434be" providerId="LiveId" clId="{04B9AB68-2D12-4187-8A4A-7ED47F4E3CAB}" dt="2024-02-22T15:56:52.835" v="1207"/>
          <ac:picMkLst>
            <pc:docMk/>
            <pc:sldMk cId="3101399349" sldId="262"/>
            <ac:picMk id="4" creationId="{797DC2F8-3AF3-B09A-FF56-85EC0E9463BB}"/>
          </ac:picMkLst>
        </pc:picChg>
        <pc:picChg chg="mod">
          <ac:chgData name="Brian Hohl" userId="757b1534c68434be" providerId="LiveId" clId="{04B9AB68-2D12-4187-8A4A-7ED47F4E3CAB}" dt="2024-02-22T15:56:48.174" v="1206"/>
          <ac:picMkLst>
            <pc:docMk/>
            <pc:sldMk cId="3101399349" sldId="262"/>
            <ac:picMk id="5" creationId="{E3A74748-44C3-F7E3-A48A-DC9968FD2260}"/>
          </ac:picMkLst>
        </pc:picChg>
        <pc:picChg chg="del mod">
          <ac:chgData name="Brian Hohl" userId="757b1534c68434be" providerId="LiveId" clId="{04B9AB68-2D12-4187-8A4A-7ED47F4E3CAB}" dt="2024-02-22T16:27:34.021" v="1534" actId="478"/>
          <ac:picMkLst>
            <pc:docMk/>
            <pc:sldMk cId="3101399349" sldId="262"/>
            <ac:picMk id="10" creationId="{A958E71B-4461-9545-A3BD-A07C42DDA736}"/>
          </ac:picMkLst>
        </pc:picChg>
        <pc:picChg chg="mod">
          <ac:chgData name="Brian Hohl" userId="757b1534c68434be" providerId="LiveId" clId="{04B9AB68-2D12-4187-8A4A-7ED47F4E3CAB}" dt="2024-02-23T18:54:07.811" v="2118" actId="1076"/>
          <ac:picMkLst>
            <pc:docMk/>
            <pc:sldMk cId="3101399349" sldId="262"/>
            <ac:picMk id="16" creationId="{878A1DD4-4054-0B4D-363A-D7F4E31C4020}"/>
          </ac:picMkLst>
        </pc:picChg>
        <pc:picChg chg="add del mod">
          <ac:chgData name="Brian Hohl" userId="757b1534c68434be" providerId="LiveId" clId="{04B9AB68-2D12-4187-8A4A-7ED47F4E3CAB}" dt="2024-02-22T16:27:31.646" v="1533" actId="21"/>
          <ac:picMkLst>
            <pc:docMk/>
            <pc:sldMk cId="3101399349" sldId="262"/>
            <ac:picMk id="17" creationId="{9004AE97-D8C6-4F0E-6A51-0CBE50749FC2}"/>
          </ac:picMkLst>
        </pc:picChg>
        <pc:picChg chg="add mod">
          <ac:chgData name="Brian Hohl" userId="757b1534c68434be" providerId="LiveId" clId="{04B9AB68-2D12-4187-8A4A-7ED47F4E3CAB}" dt="2024-02-22T16:27:37.127" v="1536" actId="167"/>
          <ac:picMkLst>
            <pc:docMk/>
            <pc:sldMk cId="3101399349" sldId="262"/>
            <ac:picMk id="25" creationId="{9004AE97-D8C6-4F0E-6A51-0CBE50749FC2}"/>
          </ac:picMkLst>
        </pc:picChg>
      </pc:sldChg>
      <pc:sldChg chg="add ord">
        <pc:chgData name="Brian Hohl" userId="757b1534c68434be" providerId="LiveId" clId="{04B9AB68-2D12-4187-8A4A-7ED47F4E3CAB}" dt="2024-02-23T18:44:20.980" v="1608"/>
        <pc:sldMkLst>
          <pc:docMk/>
          <pc:sldMk cId="2082918887" sldId="263"/>
        </pc:sldMkLst>
      </pc:sldChg>
      <pc:sldChg chg="add">
        <pc:chgData name="Brian Hohl" userId="757b1534c68434be" providerId="LiveId" clId="{04B9AB68-2D12-4187-8A4A-7ED47F4E3CAB}" dt="2024-02-23T18:42:26.223" v="1537"/>
        <pc:sldMkLst>
          <pc:docMk/>
          <pc:sldMk cId="2498413832" sldId="264"/>
        </pc:sldMkLst>
      </pc:sldChg>
      <pc:sldChg chg="add">
        <pc:chgData name="Brian Hohl" userId="757b1534c68434be" providerId="LiveId" clId="{04B9AB68-2D12-4187-8A4A-7ED47F4E3CAB}" dt="2024-02-23T18:42:26.223" v="1537"/>
        <pc:sldMkLst>
          <pc:docMk/>
          <pc:sldMk cId="3954442261" sldId="265"/>
        </pc:sldMkLst>
      </pc:sldChg>
      <pc:sldChg chg="addSp delSp modSp new mod">
        <pc:chgData name="Brian Hohl" userId="757b1534c68434be" providerId="LiveId" clId="{04B9AB68-2D12-4187-8A4A-7ED47F4E3CAB}" dt="2024-02-23T19:12:05.719" v="2974" actId="14100"/>
        <pc:sldMkLst>
          <pc:docMk/>
          <pc:sldMk cId="3785653377" sldId="266"/>
        </pc:sldMkLst>
        <pc:spChg chg="add del">
          <ac:chgData name="Brian Hohl" userId="757b1534c68434be" providerId="LiveId" clId="{04B9AB68-2D12-4187-8A4A-7ED47F4E3CAB}" dt="2024-02-23T18:57:39.968" v="2161" actId="478"/>
          <ac:spMkLst>
            <pc:docMk/>
            <pc:sldMk cId="3785653377" sldId="266"/>
            <ac:spMk id="2" creationId="{7A6612A9-C3E0-9474-87B8-827BDC384172}"/>
          </ac:spMkLst>
        </pc:spChg>
        <pc:spChg chg="add mod">
          <ac:chgData name="Brian Hohl" userId="757b1534c68434be" providerId="LiveId" clId="{04B9AB68-2D12-4187-8A4A-7ED47F4E3CAB}" dt="2024-02-23T18:58:45.186" v="2173" actId="14100"/>
          <ac:spMkLst>
            <pc:docMk/>
            <pc:sldMk cId="3785653377" sldId="266"/>
            <ac:spMk id="7" creationId="{6093E25F-B55C-875F-EFA5-92616D283937}"/>
          </ac:spMkLst>
        </pc:spChg>
        <pc:spChg chg="add del mod">
          <ac:chgData name="Brian Hohl" userId="757b1534c68434be" providerId="LiveId" clId="{04B9AB68-2D12-4187-8A4A-7ED47F4E3CAB}" dt="2024-02-23T19:00:44.431" v="2266" actId="478"/>
          <ac:spMkLst>
            <pc:docMk/>
            <pc:sldMk cId="3785653377" sldId="266"/>
            <ac:spMk id="8" creationId="{8553BB10-4729-B628-FF3F-B2B30DF38FCD}"/>
          </ac:spMkLst>
        </pc:spChg>
        <pc:spChg chg="add mod">
          <ac:chgData name="Brian Hohl" userId="757b1534c68434be" providerId="LiveId" clId="{04B9AB68-2D12-4187-8A4A-7ED47F4E3CAB}" dt="2024-02-23T19:00:28.985" v="2258" actId="207"/>
          <ac:spMkLst>
            <pc:docMk/>
            <pc:sldMk cId="3785653377" sldId="266"/>
            <ac:spMk id="9" creationId="{A7DEF385-4550-8127-6648-0DE3A2D1E9D7}"/>
          </ac:spMkLst>
        </pc:spChg>
        <pc:spChg chg="add mod">
          <ac:chgData name="Brian Hohl" userId="757b1534c68434be" providerId="LiveId" clId="{04B9AB68-2D12-4187-8A4A-7ED47F4E3CAB}" dt="2024-02-23T19:02:47.963" v="2316" actId="403"/>
          <ac:spMkLst>
            <pc:docMk/>
            <pc:sldMk cId="3785653377" sldId="266"/>
            <ac:spMk id="10" creationId="{01707E46-F8E7-FC55-1492-ABD98F354EE1}"/>
          </ac:spMkLst>
        </pc:spChg>
        <pc:spChg chg="add mod">
          <ac:chgData name="Brian Hohl" userId="757b1534c68434be" providerId="LiveId" clId="{04B9AB68-2D12-4187-8A4A-7ED47F4E3CAB}" dt="2024-02-23T19:12:05.719" v="2974" actId="14100"/>
          <ac:spMkLst>
            <pc:docMk/>
            <pc:sldMk cId="3785653377" sldId="266"/>
            <ac:spMk id="11" creationId="{3E6D984B-8F43-A133-A269-1CF05D02B2B0}"/>
          </ac:spMkLst>
        </pc:spChg>
        <pc:picChg chg="add mod">
          <ac:chgData name="Brian Hohl" userId="757b1534c68434be" providerId="LiveId" clId="{04B9AB68-2D12-4187-8A4A-7ED47F4E3CAB}" dt="2024-02-23T18:58:10.624" v="2164" actId="1076"/>
          <ac:picMkLst>
            <pc:docMk/>
            <pc:sldMk cId="3785653377" sldId="266"/>
            <ac:picMk id="5" creationId="{2A4BBCFC-729E-54A3-C54C-6787A4CA13FF}"/>
          </ac:picMkLst>
        </pc:picChg>
        <pc:cxnChg chg="add mod">
          <ac:chgData name="Brian Hohl" userId="757b1534c68434be" providerId="LiveId" clId="{04B9AB68-2D12-4187-8A4A-7ED47F4E3CAB}" dt="2024-02-23T18:58:15.063" v="2167" actId="1036"/>
          <ac:cxnSpMkLst>
            <pc:docMk/>
            <pc:sldMk cId="3785653377" sldId="266"/>
            <ac:cxnSpMk id="4" creationId="{A40B425C-57D7-E013-EF68-2657AD90D796}"/>
          </ac:cxnSpMkLst>
        </pc:cxnChg>
      </pc:sldChg>
      <pc:sldChg chg="addSp modSp add mod">
        <pc:chgData name="Brian Hohl" userId="757b1534c68434be" providerId="LiveId" clId="{04B9AB68-2D12-4187-8A4A-7ED47F4E3CAB}" dt="2024-02-23T19:03:03.222" v="2333" actId="20577"/>
        <pc:sldMkLst>
          <pc:docMk/>
          <pc:sldMk cId="38292756" sldId="267"/>
        </pc:sldMkLst>
        <pc:spChg chg="add mod">
          <ac:chgData name="Brian Hohl" userId="757b1534c68434be" providerId="LiveId" clId="{04B9AB68-2D12-4187-8A4A-7ED47F4E3CAB}" dt="2024-02-23T19:03:03.222" v="2333" actId="20577"/>
          <ac:spMkLst>
            <pc:docMk/>
            <pc:sldMk cId="38292756" sldId="267"/>
            <ac:spMk id="2" creationId="{EB51CC5F-3DB4-2FE4-AE46-2A4C20278B5F}"/>
          </ac:spMkLst>
        </pc:spChg>
      </pc:sldChg>
      <pc:sldChg chg="addSp modSp add mod">
        <pc:chgData name="Brian Hohl" userId="757b1534c68434be" providerId="LiveId" clId="{04B9AB68-2D12-4187-8A4A-7ED47F4E3CAB}" dt="2024-02-23T19:15:04.704" v="3348" actId="20577"/>
        <pc:sldMkLst>
          <pc:docMk/>
          <pc:sldMk cId="1728215600" sldId="268"/>
        </pc:sldMkLst>
        <pc:spChg chg="add mod">
          <ac:chgData name="Brian Hohl" userId="757b1534c68434be" providerId="LiveId" clId="{04B9AB68-2D12-4187-8A4A-7ED47F4E3CAB}" dt="2024-02-23T19:15:04.704" v="3348" actId="20577"/>
          <ac:spMkLst>
            <pc:docMk/>
            <pc:sldMk cId="1728215600" sldId="268"/>
            <ac:spMk id="2" creationId="{10BE82F3-3860-0E3F-EC26-A969A5BA6BD2}"/>
          </ac:spMkLst>
        </pc:spChg>
        <pc:spChg chg="mod">
          <ac:chgData name="Brian Hohl" userId="757b1534c68434be" providerId="LiveId" clId="{04B9AB68-2D12-4187-8A4A-7ED47F4E3CAB}" dt="2024-02-23T19:03:38.649" v="2390" actId="20577"/>
          <ac:spMkLst>
            <pc:docMk/>
            <pc:sldMk cId="1728215600" sldId="268"/>
            <ac:spMk id="7" creationId="{B01C3FE2-6613-9D87-125C-F6263E20D388}"/>
          </ac:spMkLst>
        </pc:spChg>
        <pc:spChg chg="mod">
          <ac:chgData name="Brian Hohl" userId="757b1534c68434be" providerId="LiveId" clId="{04B9AB68-2D12-4187-8A4A-7ED47F4E3CAB}" dt="2024-02-23T19:03:23.900" v="2354" actId="1036"/>
          <ac:spMkLst>
            <pc:docMk/>
            <pc:sldMk cId="1728215600" sldId="268"/>
            <ac:spMk id="9" creationId="{C6C0C500-C890-C8DB-ED94-03565F5FEC7B}"/>
          </ac:spMkLst>
        </pc:spChg>
      </pc:sldChg>
      <pc:sldChg chg="add del">
        <pc:chgData name="Brian Hohl" userId="757b1534c68434be" providerId="LiveId" clId="{04B9AB68-2D12-4187-8A4A-7ED47F4E3CAB}" dt="2024-02-23T19:05:57.113" v="2651" actId="47"/>
        <pc:sldMkLst>
          <pc:docMk/>
          <pc:sldMk cId="267336536" sldId="269"/>
        </pc:sldMkLst>
      </pc:sldChg>
      <pc:sldChg chg="modSp add mod">
        <pc:chgData name="Brian Hohl" userId="757b1534c68434be" providerId="LiveId" clId="{04B9AB68-2D12-4187-8A4A-7ED47F4E3CAB}" dt="2024-02-23T19:09:24.461" v="2911" actId="20577"/>
        <pc:sldMkLst>
          <pc:docMk/>
          <pc:sldMk cId="4125396341" sldId="270"/>
        </pc:sldMkLst>
        <pc:spChg chg="mod">
          <ac:chgData name="Brian Hohl" userId="757b1534c68434be" providerId="LiveId" clId="{04B9AB68-2D12-4187-8A4A-7ED47F4E3CAB}" dt="2024-02-23T19:09:24.461" v="2911" actId="20577"/>
          <ac:spMkLst>
            <pc:docMk/>
            <pc:sldMk cId="4125396341" sldId="270"/>
            <ac:spMk id="2" creationId="{771AD706-419D-C32F-B00E-895C7BB995D9}"/>
          </ac:spMkLst>
        </pc:spChg>
      </pc:sldChg>
      <pc:sldChg chg="modSp add mod">
        <pc:chgData name="Brian Hohl" userId="757b1534c68434be" providerId="LiveId" clId="{04B9AB68-2D12-4187-8A4A-7ED47F4E3CAB}" dt="2024-02-23T19:14:45.574" v="3299" actId="20577"/>
        <pc:sldMkLst>
          <pc:docMk/>
          <pc:sldMk cId="442965411" sldId="271"/>
        </pc:sldMkLst>
        <pc:spChg chg="mod">
          <ac:chgData name="Brian Hohl" userId="757b1534c68434be" providerId="LiveId" clId="{04B9AB68-2D12-4187-8A4A-7ED47F4E3CAB}" dt="2024-02-23T19:14:45.574" v="3299" actId="20577"/>
          <ac:spMkLst>
            <pc:docMk/>
            <pc:sldMk cId="442965411" sldId="271"/>
            <ac:spMk id="2" creationId="{ECEBC156-970A-4949-98FC-F5586295E72E}"/>
          </ac:spMkLst>
        </pc:spChg>
        <pc:spChg chg="mod">
          <ac:chgData name="Brian Hohl" userId="757b1534c68434be" providerId="LiveId" clId="{04B9AB68-2D12-4187-8A4A-7ED47F4E3CAB}" dt="2024-02-23T19:09:43.662" v="2915" actId="20577"/>
          <ac:spMkLst>
            <pc:docMk/>
            <pc:sldMk cId="442965411" sldId="271"/>
            <ac:spMk id="7" creationId="{0F83D77C-A8A2-5223-73EF-E43FB54A207E}"/>
          </ac:spMkLst>
        </pc:spChg>
        <pc:spChg chg="mod">
          <ac:chgData name="Brian Hohl" userId="757b1534c68434be" providerId="LiveId" clId="{04B9AB68-2D12-4187-8A4A-7ED47F4E3CAB}" dt="2024-02-23T19:06:14.776" v="2680" actId="1036"/>
          <ac:spMkLst>
            <pc:docMk/>
            <pc:sldMk cId="442965411" sldId="271"/>
            <ac:spMk id="9" creationId="{DBA4EFE3-BE9B-A681-7BC3-67AAA8BB7A6D}"/>
          </ac:spMkLst>
        </pc:spChg>
      </pc:sldChg>
      <pc:sldChg chg="modSp add mod">
        <pc:chgData name="Brian Hohl" userId="757b1534c68434be" providerId="LiveId" clId="{04B9AB68-2D12-4187-8A4A-7ED47F4E3CAB}" dt="2024-02-23T19:09:55.653" v="2921" actId="20577"/>
        <pc:sldMkLst>
          <pc:docMk/>
          <pc:sldMk cId="1601003701" sldId="272"/>
        </pc:sldMkLst>
        <pc:spChg chg="mod">
          <ac:chgData name="Brian Hohl" userId="757b1534c68434be" providerId="LiveId" clId="{04B9AB68-2D12-4187-8A4A-7ED47F4E3CAB}" dt="2024-02-23T19:09:18.985" v="2908" actId="20577"/>
          <ac:spMkLst>
            <pc:docMk/>
            <pc:sldMk cId="1601003701" sldId="272"/>
            <ac:spMk id="2" creationId="{7597E81F-8666-5E2F-7582-989EA783E11B}"/>
          </ac:spMkLst>
        </pc:spChg>
        <pc:spChg chg="mod">
          <ac:chgData name="Brian Hohl" userId="757b1534c68434be" providerId="LiveId" clId="{04B9AB68-2D12-4187-8A4A-7ED47F4E3CAB}" dt="2024-02-23T19:09:55.653" v="2921" actId="20577"/>
          <ac:spMkLst>
            <pc:docMk/>
            <pc:sldMk cId="1601003701" sldId="272"/>
            <ac:spMk id="7" creationId="{55D7DA46-6B30-B1D6-5DAD-E4D2CE5B1138}"/>
          </ac:spMkLst>
        </pc:spChg>
      </pc:sldChg>
      <pc:sldChg chg="add del">
        <pc:chgData name="Brian Hohl" userId="757b1534c68434be" providerId="LiveId" clId="{04B9AB68-2D12-4187-8A4A-7ED47F4E3CAB}" dt="2024-02-23T19:07:27.213" v="2747" actId="47"/>
        <pc:sldMkLst>
          <pc:docMk/>
          <pc:sldMk cId="4154614300" sldId="272"/>
        </pc:sldMkLst>
      </pc:sldChg>
      <pc:sldChg chg="modSp add mod">
        <pc:chgData name="Brian Hohl" userId="757b1534c68434be" providerId="LiveId" clId="{04B9AB68-2D12-4187-8A4A-7ED47F4E3CAB}" dt="2024-02-23T19:14:00.915" v="3223" actId="113"/>
        <pc:sldMkLst>
          <pc:docMk/>
          <pc:sldMk cId="1555604775" sldId="273"/>
        </pc:sldMkLst>
        <pc:spChg chg="mod">
          <ac:chgData name="Brian Hohl" userId="757b1534c68434be" providerId="LiveId" clId="{04B9AB68-2D12-4187-8A4A-7ED47F4E3CAB}" dt="2024-02-23T19:14:00.915" v="3223" actId="113"/>
          <ac:spMkLst>
            <pc:docMk/>
            <pc:sldMk cId="1555604775" sldId="273"/>
            <ac:spMk id="2" creationId="{03041A12-9D75-F8A7-B577-2CDB3C5F5D4B}"/>
          </ac:spMkLst>
        </pc:spChg>
        <pc:spChg chg="mod">
          <ac:chgData name="Brian Hohl" userId="757b1534c68434be" providerId="LiveId" clId="{04B9AB68-2D12-4187-8A4A-7ED47F4E3CAB}" dt="2024-02-23T19:12:42.251" v="3016" actId="20577"/>
          <ac:spMkLst>
            <pc:docMk/>
            <pc:sldMk cId="1555604775" sldId="273"/>
            <ac:spMk id="7" creationId="{264929F7-C43C-D09F-B4F0-951FAAB6943F}"/>
          </ac:spMkLst>
        </pc:spChg>
        <pc:spChg chg="mod">
          <ac:chgData name="Brian Hohl" userId="757b1534c68434be" providerId="LiveId" clId="{04B9AB68-2D12-4187-8A4A-7ED47F4E3CAB}" dt="2024-02-23T19:12:53.090" v="3032" actId="1035"/>
          <ac:spMkLst>
            <pc:docMk/>
            <pc:sldMk cId="1555604775" sldId="273"/>
            <ac:spMk id="9" creationId="{25F0168E-9A5B-CD6E-CF7E-248A09AD66B9}"/>
          </ac:spMkLst>
        </pc:spChg>
      </pc:sldChg>
      <pc:sldChg chg="add del">
        <pc:chgData name="Brian Hohl" userId="757b1534c68434be" providerId="LiveId" clId="{04B9AB68-2D12-4187-8A4A-7ED47F4E3CAB}" dt="2024-02-23T19:12:47.051" v="3017" actId="47"/>
        <pc:sldMkLst>
          <pc:docMk/>
          <pc:sldMk cId="258905591" sldId="274"/>
        </pc:sldMkLst>
      </pc:sldChg>
      <pc:sldChg chg="modSp add mod">
        <pc:chgData name="Brian Hohl" userId="757b1534c68434be" providerId="LiveId" clId="{04B9AB68-2D12-4187-8A4A-7ED47F4E3CAB}" dt="2024-02-23T19:14:35.196" v="3279" actId="20577"/>
        <pc:sldMkLst>
          <pc:docMk/>
          <pc:sldMk cId="1142639670" sldId="274"/>
        </pc:sldMkLst>
        <pc:spChg chg="mod">
          <ac:chgData name="Brian Hohl" userId="757b1534c68434be" providerId="LiveId" clId="{04B9AB68-2D12-4187-8A4A-7ED47F4E3CAB}" dt="2024-02-23T19:14:35.196" v="3279" actId="20577"/>
          <ac:spMkLst>
            <pc:docMk/>
            <pc:sldMk cId="1142639670" sldId="274"/>
            <ac:spMk id="2" creationId="{22B7A4E7-A8B6-BC21-63C8-FFD9E60B6B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52FA-0255-EDBD-0924-DA3654111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AB571-4E10-6CBB-86AC-A71948759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9BEDD-D4F9-A2EF-3303-4310E846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274F8-5ED7-A9DD-F8E5-B3D66F06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DD473-147F-454C-98FD-D8ECE6F3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1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ED19-F72C-4160-A7C9-07B317DE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D221-EF2F-57FB-B20F-F053C74E2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55C0C-8172-40D4-6924-3908FE5B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F059-562D-0DC4-8111-AF06FFDD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70FF-A407-7622-7AB2-AD345C88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8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EDE1-BE24-5E5A-F458-CCEC0551B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01E18-8FDB-0854-2242-E0FB452E0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77C25-3B06-EE86-3793-1CD1D52B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88758-FA3F-E770-EFDC-74D4AE4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85622-737D-E2A2-804E-ECA96C12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2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669F-2B6E-2012-D5E7-97E93223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2F55-5C5C-6084-827D-AB2966C4A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F6FCA-6DAD-D3A5-D947-1435D0173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F121D-3707-30F2-5586-CB10F783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9362A-7905-D59F-E4B0-B549F1F4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09C11-8623-AA4B-139C-66CE8408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6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10EC-27FB-F601-9313-CB80DE45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E55F4-DC66-D5B9-34D9-1F0176BB9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471BB-211B-8A4D-F7D2-F7D7CEB16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186D3-DFEC-BF3A-4C91-4AA6224AE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C86F3-3BD6-1FA5-77FD-C9878D832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ED3E0-17EB-6E8A-2D2A-12B466A0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9875B-16AC-E2FA-349F-A7DB5CFB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4E7E0-6D06-D132-8E55-A3046DB5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5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5603-E38E-E1F1-0D60-38C92F8F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09C26-56F2-3239-3622-EBFAE142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F5D35-E333-E4A4-2AE4-2890D4BD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71739-6433-75A6-7EE1-790BDEC8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82A6D-8F3E-AC12-D757-775BC33B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1E1FA-04AC-B1D4-72D7-65E846E7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55FD6-CDDA-C9BB-29E7-4271D723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720A-7A13-07EC-E689-0FEC7604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BB9C-7C2D-2857-5BEA-3A696D9B1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1ADE7-112E-92EB-ACFF-C4A438CBA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0EC59-6F5F-960D-A53D-6081D968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1D9AE-4A4B-8583-A50E-3DF8F513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550B2-FEF7-B7E0-B9E7-B9B8F7A7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C034-E749-89C5-7FBB-B2BDD1B7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CF1F1-456E-DA26-CD4F-BF5FB5DDA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3289B-DA9E-92A2-47A3-49EEF5747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CC0B5-85FE-FA2A-C9C6-3D9C8D4B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C61B5-8061-4FB6-9B2C-556A1AF8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1EBD7-0B2E-10BD-C2B6-76564A57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0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4298-6A40-DFB9-8955-3FB68204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2918F-08C9-5FDD-96EA-5A633CD76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D549F-ED8F-EE71-F93D-9DB56EA7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CB1D7-563A-E36F-3FB2-4BAF892B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7F36-D0C9-83A7-846A-279D567C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5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06B11-8830-357A-02A0-6DBFAF623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1407D-6A66-03EA-03AC-FADEDF3B6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CB5E2-9B64-3CC1-1487-7D2BD65B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C2280-4A95-2090-D96B-897D348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536BE-16EB-8520-E2A0-036D047F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0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7297E-F011-F208-7944-D107AF8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AE2D4-C64C-EACA-52CF-9EF56F575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AC8A-6F86-2E01-B1A4-59D93CC53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BDEE3-F089-42EE-BF13-F2F3E0DF39B6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2CC8C-A6D9-27F1-922E-F3C28F1F8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6852-3A38-30C7-B39E-EC6F3AB66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88314-8915-4B26-A67E-9CC24562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5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hyperlink" Target="https://cyprusandaxi.com/arizona-vs-japan-comparison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36CF-25CE-D3EF-1F65-28EAE8E5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2" descr="Japan Jumbo Country Map Magnet by Classic Magnets, Collectible Souvenirs Made in The USA">
            <a:extLst>
              <a:ext uri="{FF2B5EF4-FFF2-40B4-BE49-F238E27FC236}">
                <a16:creationId xmlns:a16="http://schemas.microsoft.com/office/drawing/2014/main" id="{586CF0E1-6F1A-1B19-96A1-C224C6B04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340" y="1136875"/>
            <a:ext cx="404177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DA32A48-472D-3387-C737-9EA51E1C3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356616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Japan Travel Images – Browse 1,495,110 Stock Photos, Vectors ...">
            <a:extLst>
              <a:ext uri="{FF2B5EF4-FFF2-40B4-BE49-F238E27FC236}">
                <a16:creationId xmlns:a16="http://schemas.microsoft.com/office/drawing/2014/main" id="{19A1C23A-1DF2-B29A-733A-742890D92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D294360-BA06-E9C0-E28D-5DE937E02F5B}"/>
              </a:ext>
            </a:extLst>
          </p:cNvPr>
          <p:cNvGrpSpPr/>
          <p:nvPr/>
        </p:nvGrpSpPr>
        <p:grpSpPr>
          <a:xfrm>
            <a:off x="-1" y="2834640"/>
            <a:ext cx="6233884" cy="1188720"/>
            <a:chOff x="-1" y="2834640"/>
            <a:chExt cx="6233884" cy="1188720"/>
          </a:xfr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94EF01-AEB0-9192-4D33-2D79771FD219}"/>
                </a:ext>
              </a:extLst>
            </p:cNvPr>
            <p:cNvSpPr/>
            <p:nvPr/>
          </p:nvSpPr>
          <p:spPr>
            <a:xfrm>
              <a:off x="-1" y="3291840"/>
              <a:ext cx="5872377" cy="2743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6263A00B-645E-CE32-E54D-B6E0D30A796A}"/>
                </a:ext>
              </a:extLst>
            </p:cNvPr>
            <p:cNvSpPr/>
            <p:nvPr/>
          </p:nvSpPr>
          <p:spPr>
            <a:xfrm rot="5400000">
              <a:off x="5456643" y="3246120"/>
              <a:ext cx="1188720" cy="36576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9D08622-0C08-DD8B-8DAA-380DE0F50578}"/>
              </a:ext>
            </a:extLst>
          </p:cNvPr>
          <p:cNvSpPr txBox="1"/>
          <p:nvPr/>
        </p:nvSpPr>
        <p:spPr>
          <a:xfrm>
            <a:off x="6438398" y="1958027"/>
            <a:ext cx="4931606" cy="321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Snapshot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geography, history, context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49C7FB-9F65-1848-105D-995E7D6D2346}"/>
              </a:ext>
            </a:extLst>
          </p:cNvPr>
          <p:cNvGrpSpPr>
            <a:grpSpLocks noChangeAspect="1"/>
          </p:cNvGrpSpPr>
          <p:nvPr/>
        </p:nvGrpSpPr>
        <p:grpSpPr>
          <a:xfrm>
            <a:off x="8187073" y="388506"/>
            <a:ext cx="1265275" cy="1212110"/>
            <a:chOff x="6847367" y="776177"/>
            <a:chExt cx="1265275" cy="1212110"/>
          </a:xfrm>
        </p:grpSpPr>
        <p:pic>
          <p:nvPicPr>
            <p:cNvPr id="16" name="Picture 12" descr="Japan Jumbo Country Map Magnet by Classic Magnets, Collectible Souvenirs Made in The USA">
              <a:extLst>
                <a:ext uri="{FF2B5EF4-FFF2-40B4-BE49-F238E27FC236}">
                  <a16:creationId xmlns:a16="http://schemas.microsoft.com/office/drawing/2014/main" id="{9FC8ADA4-838A-1A65-474C-ACBD267CAC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98" t="26762" r="37206" b="51377"/>
            <a:stretch/>
          </p:blipFill>
          <p:spPr bwMode="auto">
            <a:xfrm>
              <a:off x="6847367" y="904576"/>
              <a:ext cx="1095153" cy="999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33A70EC-0093-C9AE-3567-A398BA7AFB27}"/>
                </a:ext>
              </a:extLst>
            </p:cNvPr>
            <p:cNvSpPr/>
            <p:nvPr/>
          </p:nvSpPr>
          <p:spPr>
            <a:xfrm>
              <a:off x="7184022" y="776177"/>
              <a:ext cx="756895" cy="213229"/>
            </a:xfrm>
            <a:custGeom>
              <a:avLst/>
              <a:gdLst>
                <a:gd name="connsiteX0" fmla="*/ 3587 w 756895"/>
                <a:gd name="connsiteY0" fmla="*/ 159488 h 213229"/>
                <a:gd name="connsiteX1" fmla="*/ 3587 w 756895"/>
                <a:gd name="connsiteY1" fmla="*/ 159488 h 213229"/>
                <a:gd name="connsiteX2" fmla="*/ 226871 w 756895"/>
                <a:gd name="connsiteY2" fmla="*/ 170121 h 213229"/>
                <a:gd name="connsiteX3" fmla="*/ 269401 w 756895"/>
                <a:gd name="connsiteY3" fmla="*/ 180753 h 213229"/>
                <a:gd name="connsiteX4" fmla="*/ 365094 w 756895"/>
                <a:gd name="connsiteY4" fmla="*/ 191386 h 213229"/>
                <a:gd name="connsiteX5" fmla="*/ 396992 w 756895"/>
                <a:gd name="connsiteY5" fmla="*/ 212651 h 213229"/>
                <a:gd name="connsiteX6" fmla="*/ 428890 w 756895"/>
                <a:gd name="connsiteY6" fmla="*/ 170121 h 213229"/>
                <a:gd name="connsiteX7" fmla="*/ 460787 w 756895"/>
                <a:gd name="connsiteY7" fmla="*/ 159488 h 213229"/>
                <a:gd name="connsiteX8" fmla="*/ 737234 w 756895"/>
                <a:gd name="connsiteY8" fmla="*/ 170121 h 213229"/>
                <a:gd name="connsiteX9" fmla="*/ 726601 w 756895"/>
                <a:gd name="connsiteY9" fmla="*/ 42530 h 213229"/>
                <a:gd name="connsiteX10" fmla="*/ 620276 w 756895"/>
                <a:gd name="connsiteY10" fmla="*/ 31897 h 213229"/>
                <a:gd name="connsiteX11" fmla="*/ 577745 w 756895"/>
                <a:gd name="connsiteY11" fmla="*/ 21265 h 213229"/>
                <a:gd name="connsiteX12" fmla="*/ 503318 w 756895"/>
                <a:gd name="connsiteY12" fmla="*/ 0 h 213229"/>
                <a:gd name="connsiteX13" fmla="*/ 311931 w 756895"/>
                <a:gd name="connsiteY13" fmla="*/ 21265 h 213229"/>
                <a:gd name="connsiteX14" fmla="*/ 280034 w 756895"/>
                <a:gd name="connsiteY14" fmla="*/ 31897 h 213229"/>
                <a:gd name="connsiteX15" fmla="*/ 205606 w 756895"/>
                <a:gd name="connsiteY15" fmla="*/ 53163 h 213229"/>
                <a:gd name="connsiteX16" fmla="*/ 152443 w 756895"/>
                <a:gd name="connsiteY16" fmla="*/ 74428 h 213229"/>
                <a:gd name="connsiteX17" fmla="*/ 14220 w 756895"/>
                <a:gd name="connsiteY17" fmla="*/ 85060 h 213229"/>
                <a:gd name="connsiteX18" fmla="*/ 3587 w 756895"/>
                <a:gd name="connsiteY18" fmla="*/ 159488 h 21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6895" h="213229">
                  <a:moveTo>
                    <a:pt x="3587" y="159488"/>
                  </a:moveTo>
                  <a:lnTo>
                    <a:pt x="3587" y="159488"/>
                  </a:lnTo>
                  <a:cubicBezTo>
                    <a:pt x="78015" y="163032"/>
                    <a:pt x="152596" y="164179"/>
                    <a:pt x="226871" y="170121"/>
                  </a:cubicBezTo>
                  <a:cubicBezTo>
                    <a:pt x="241437" y="171286"/>
                    <a:pt x="254958" y="178531"/>
                    <a:pt x="269401" y="180753"/>
                  </a:cubicBezTo>
                  <a:cubicBezTo>
                    <a:pt x="301122" y="185633"/>
                    <a:pt x="333196" y="187842"/>
                    <a:pt x="365094" y="191386"/>
                  </a:cubicBezTo>
                  <a:cubicBezTo>
                    <a:pt x="375727" y="198474"/>
                    <a:pt x="384869" y="216692"/>
                    <a:pt x="396992" y="212651"/>
                  </a:cubicBezTo>
                  <a:cubicBezTo>
                    <a:pt x="413804" y="207047"/>
                    <a:pt x="415276" y="181466"/>
                    <a:pt x="428890" y="170121"/>
                  </a:cubicBezTo>
                  <a:cubicBezTo>
                    <a:pt x="437500" y="162946"/>
                    <a:pt x="450155" y="163032"/>
                    <a:pt x="460787" y="159488"/>
                  </a:cubicBezTo>
                  <a:cubicBezTo>
                    <a:pt x="547520" y="194181"/>
                    <a:pt x="633921" y="237274"/>
                    <a:pt x="737234" y="170121"/>
                  </a:cubicBezTo>
                  <a:cubicBezTo>
                    <a:pt x="773017" y="146862"/>
                    <a:pt x="754168" y="75110"/>
                    <a:pt x="726601" y="42530"/>
                  </a:cubicBezTo>
                  <a:cubicBezTo>
                    <a:pt x="703594" y="15339"/>
                    <a:pt x="655718" y="35441"/>
                    <a:pt x="620276" y="31897"/>
                  </a:cubicBezTo>
                  <a:cubicBezTo>
                    <a:pt x="606099" y="28353"/>
                    <a:pt x="591796" y="25280"/>
                    <a:pt x="577745" y="21265"/>
                  </a:cubicBezTo>
                  <a:cubicBezTo>
                    <a:pt x="470959" y="-9245"/>
                    <a:pt x="636289" y="33241"/>
                    <a:pt x="503318" y="0"/>
                  </a:cubicBezTo>
                  <a:cubicBezTo>
                    <a:pt x="472771" y="3054"/>
                    <a:pt x="348734" y="14574"/>
                    <a:pt x="311931" y="21265"/>
                  </a:cubicBezTo>
                  <a:cubicBezTo>
                    <a:pt x="300904" y="23270"/>
                    <a:pt x="290810" y="28818"/>
                    <a:pt x="280034" y="31897"/>
                  </a:cubicBezTo>
                  <a:cubicBezTo>
                    <a:pt x="233113" y="45303"/>
                    <a:pt x="246396" y="37867"/>
                    <a:pt x="205606" y="53163"/>
                  </a:cubicBezTo>
                  <a:cubicBezTo>
                    <a:pt x="187735" y="59865"/>
                    <a:pt x="171269" y="71290"/>
                    <a:pt x="152443" y="74428"/>
                  </a:cubicBezTo>
                  <a:cubicBezTo>
                    <a:pt x="106861" y="82025"/>
                    <a:pt x="60294" y="81516"/>
                    <a:pt x="14220" y="85060"/>
                  </a:cubicBezTo>
                  <a:cubicBezTo>
                    <a:pt x="-10977" y="122856"/>
                    <a:pt x="5359" y="147083"/>
                    <a:pt x="3587" y="15948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C7FD4E-AC4B-4299-009C-C0C81FB1CDAB}"/>
                </a:ext>
              </a:extLst>
            </p:cNvPr>
            <p:cNvSpPr/>
            <p:nvPr/>
          </p:nvSpPr>
          <p:spPr>
            <a:xfrm>
              <a:off x="7836195" y="999460"/>
              <a:ext cx="276447" cy="489098"/>
            </a:xfrm>
            <a:custGeom>
              <a:avLst/>
              <a:gdLst>
                <a:gd name="connsiteX0" fmla="*/ 0 w 276447"/>
                <a:gd name="connsiteY0" fmla="*/ 0 h 489098"/>
                <a:gd name="connsiteX1" fmla="*/ 0 w 276447"/>
                <a:gd name="connsiteY1" fmla="*/ 0 h 489098"/>
                <a:gd name="connsiteX2" fmla="*/ 53163 w 276447"/>
                <a:gd name="connsiteY2" fmla="*/ 85061 h 489098"/>
                <a:gd name="connsiteX3" fmla="*/ 63796 w 276447"/>
                <a:gd name="connsiteY3" fmla="*/ 340242 h 489098"/>
                <a:gd name="connsiteX4" fmla="*/ 74428 w 276447"/>
                <a:gd name="connsiteY4" fmla="*/ 372140 h 489098"/>
                <a:gd name="connsiteX5" fmla="*/ 106326 w 276447"/>
                <a:gd name="connsiteY5" fmla="*/ 489098 h 489098"/>
                <a:gd name="connsiteX6" fmla="*/ 223284 w 276447"/>
                <a:gd name="connsiteY6" fmla="*/ 478466 h 489098"/>
                <a:gd name="connsiteX7" fmla="*/ 244549 w 276447"/>
                <a:gd name="connsiteY7" fmla="*/ 457200 h 489098"/>
                <a:gd name="connsiteX8" fmla="*/ 276447 w 276447"/>
                <a:gd name="connsiteY8" fmla="*/ 414670 h 489098"/>
                <a:gd name="connsiteX9" fmla="*/ 265814 w 276447"/>
                <a:gd name="connsiteY9" fmla="*/ 212652 h 489098"/>
                <a:gd name="connsiteX10" fmla="*/ 244549 w 276447"/>
                <a:gd name="connsiteY10" fmla="*/ 127591 h 489098"/>
                <a:gd name="connsiteX11" fmla="*/ 212652 w 276447"/>
                <a:gd name="connsiteY11" fmla="*/ 85061 h 489098"/>
                <a:gd name="connsiteX12" fmla="*/ 159489 w 276447"/>
                <a:gd name="connsiteY12" fmla="*/ 42531 h 489098"/>
                <a:gd name="connsiteX13" fmla="*/ 95693 w 276447"/>
                <a:gd name="connsiteY13" fmla="*/ 21266 h 489098"/>
                <a:gd name="connsiteX14" fmla="*/ 0 w 276447"/>
                <a:gd name="connsiteY14" fmla="*/ 0 h 489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6447" h="489098">
                  <a:moveTo>
                    <a:pt x="0" y="0"/>
                  </a:moveTo>
                  <a:lnTo>
                    <a:pt x="0" y="0"/>
                  </a:lnTo>
                  <a:cubicBezTo>
                    <a:pt x="17721" y="28354"/>
                    <a:pt x="47001" y="52198"/>
                    <a:pt x="53163" y="85061"/>
                  </a:cubicBezTo>
                  <a:cubicBezTo>
                    <a:pt x="68852" y="168737"/>
                    <a:pt x="57507" y="255340"/>
                    <a:pt x="63796" y="340242"/>
                  </a:cubicBezTo>
                  <a:cubicBezTo>
                    <a:pt x="64624" y="351419"/>
                    <a:pt x="71479" y="361327"/>
                    <a:pt x="74428" y="372140"/>
                  </a:cubicBezTo>
                  <a:cubicBezTo>
                    <a:pt x="110397" y="504030"/>
                    <a:pt x="81854" y="415685"/>
                    <a:pt x="106326" y="489098"/>
                  </a:cubicBezTo>
                  <a:cubicBezTo>
                    <a:pt x="145312" y="485554"/>
                    <a:pt x="185140" y="487269"/>
                    <a:pt x="223284" y="478466"/>
                  </a:cubicBezTo>
                  <a:cubicBezTo>
                    <a:pt x="233052" y="476212"/>
                    <a:pt x="238131" y="464901"/>
                    <a:pt x="244549" y="457200"/>
                  </a:cubicBezTo>
                  <a:cubicBezTo>
                    <a:pt x="255894" y="443586"/>
                    <a:pt x="265814" y="428847"/>
                    <a:pt x="276447" y="414670"/>
                  </a:cubicBezTo>
                  <a:cubicBezTo>
                    <a:pt x="272903" y="347331"/>
                    <a:pt x="273261" y="279672"/>
                    <a:pt x="265814" y="212652"/>
                  </a:cubicBezTo>
                  <a:cubicBezTo>
                    <a:pt x="262586" y="183604"/>
                    <a:pt x="255790" y="154569"/>
                    <a:pt x="244549" y="127591"/>
                  </a:cubicBezTo>
                  <a:cubicBezTo>
                    <a:pt x="237733" y="111233"/>
                    <a:pt x="223997" y="98674"/>
                    <a:pt x="212652" y="85061"/>
                  </a:cubicBezTo>
                  <a:cubicBezTo>
                    <a:pt x="199658" y="69468"/>
                    <a:pt x="177665" y="50609"/>
                    <a:pt x="159489" y="42531"/>
                  </a:cubicBezTo>
                  <a:cubicBezTo>
                    <a:pt x="139005" y="33427"/>
                    <a:pt x="118109" y="21266"/>
                    <a:pt x="95693" y="2126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1ED3C3-8619-5E67-2BAF-B459778951FA}"/>
                </a:ext>
              </a:extLst>
            </p:cNvPr>
            <p:cNvSpPr/>
            <p:nvPr/>
          </p:nvSpPr>
          <p:spPr>
            <a:xfrm>
              <a:off x="6964326" y="1850873"/>
              <a:ext cx="976591" cy="1374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DA0FA4-483E-FD2B-8ECB-0822891AD741}"/>
                </a:ext>
              </a:extLst>
            </p:cNvPr>
            <p:cNvSpPr/>
            <p:nvPr/>
          </p:nvSpPr>
          <p:spPr>
            <a:xfrm>
              <a:off x="7262836" y="1497063"/>
              <a:ext cx="725758" cy="75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B4D64F-C1E3-0AE5-4B3A-84479CD6FE55}"/>
                </a:ext>
              </a:extLst>
            </p:cNvPr>
            <p:cNvSpPr/>
            <p:nvPr/>
          </p:nvSpPr>
          <p:spPr>
            <a:xfrm>
              <a:off x="7551814" y="916781"/>
              <a:ext cx="447413" cy="81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D563CE-F942-5D53-2D10-C039091EDC4C}"/>
                </a:ext>
              </a:extLst>
            </p:cNvPr>
            <p:cNvSpPr/>
            <p:nvPr/>
          </p:nvSpPr>
          <p:spPr>
            <a:xfrm rot="5061411">
              <a:off x="7700918" y="1135003"/>
              <a:ext cx="447413" cy="81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8413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61D0-2F3A-95FF-A3F6-14E59973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F383639-8826-B9AD-4C3C-9650C3007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356616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Japan Travel Images – Browse 1,495,110 Stock Photos, Vectors ...">
            <a:extLst>
              <a:ext uri="{FF2B5EF4-FFF2-40B4-BE49-F238E27FC236}">
                <a16:creationId xmlns:a16="http://schemas.microsoft.com/office/drawing/2014/main" id="{5429D682-3CAA-4E3B-8813-1770FD394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Japan Jumbo Country Map Magnet by Classic Magnets, Collectible Souvenirs Made in The USA">
            <a:extLst>
              <a:ext uri="{FF2B5EF4-FFF2-40B4-BE49-F238E27FC236}">
                <a16:creationId xmlns:a16="http://schemas.microsoft.com/office/drawing/2014/main" id="{6E51E581-9BC7-949B-2F76-F402D593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298" y="1136875"/>
            <a:ext cx="404177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8025510-443B-2745-93FE-16F2A3705008}"/>
              </a:ext>
            </a:extLst>
          </p:cNvPr>
          <p:cNvGrpSpPr/>
          <p:nvPr/>
        </p:nvGrpSpPr>
        <p:grpSpPr>
          <a:xfrm>
            <a:off x="-1" y="2834640"/>
            <a:ext cx="6233884" cy="1188720"/>
            <a:chOff x="-1" y="2834640"/>
            <a:chExt cx="6233884" cy="1188720"/>
          </a:xfr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A26120-C3F5-9D5E-7B14-FC49C2A054EC}"/>
                </a:ext>
              </a:extLst>
            </p:cNvPr>
            <p:cNvSpPr/>
            <p:nvPr/>
          </p:nvSpPr>
          <p:spPr>
            <a:xfrm>
              <a:off x="-1" y="3291840"/>
              <a:ext cx="5872377" cy="2743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C7AAF5A-2731-5D41-AFA1-FCF8F3D6FBF0}"/>
                </a:ext>
              </a:extLst>
            </p:cNvPr>
            <p:cNvSpPr/>
            <p:nvPr/>
          </p:nvSpPr>
          <p:spPr>
            <a:xfrm rot="5400000">
              <a:off x="5456643" y="3246120"/>
              <a:ext cx="1188720" cy="36576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98C740-BFCC-FFC9-879A-6BBCBE83014C}"/>
              </a:ext>
            </a:extLst>
          </p:cNvPr>
          <p:cNvSpPr txBox="1"/>
          <p:nvPr/>
        </p:nvSpPr>
        <p:spPr>
          <a:xfrm>
            <a:off x="6438398" y="1958027"/>
            <a:ext cx="4931606" cy="321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Snapshot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geography, history, context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</a:p>
        </p:txBody>
      </p:sp>
    </p:spTree>
    <p:extLst>
      <p:ext uri="{BB962C8B-B14F-4D97-AF65-F5344CB8AC3E}">
        <p14:creationId xmlns:p14="http://schemas.microsoft.com/office/powerpoint/2010/main" val="395444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7470-0DE2-B874-9303-6A9C8444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3586F09-F659-B9D5-3406-8107C120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356616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Japan Travel Images – Browse 1,495,110 Stock Photos, Vectors ...">
            <a:extLst>
              <a:ext uri="{FF2B5EF4-FFF2-40B4-BE49-F238E27FC236}">
                <a16:creationId xmlns:a16="http://schemas.microsoft.com/office/drawing/2014/main" id="{6082E7FD-0485-E55C-E950-35D32D79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Japan Jumbo Country Map Magnet by Classic Magnets, Collectible Souvenirs Made in The USA">
            <a:extLst>
              <a:ext uri="{FF2B5EF4-FFF2-40B4-BE49-F238E27FC236}">
                <a16:creationId xmlns:a16="http://schemas.microsoft.com/office/drawing/2014/main" id="{8C7A0EB0-D4ED-CEA4-EBEF-38D51D541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298" y="1136875"/>
            <a:ext cx="404177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26B28FF-01AC-FA97-8ABB-1DB48F7A6138}"/>
              </a:ext>
            </a:extLst>
          </p:cNvPr>
          <p:cNvGrpSpPr/>
          <p:nvPr/>
        </p:nvGrpSpPr>
        <p:grpSpPr>
          <a:xfrm>
            <a:off x="-1" y="2834640"/>
            <a:ext cx="6233884" cy="1188720"/>
            <a:chOff x="-1" y="2834640"/>
            <a:chExt cx="6233884" cy="1188720"/>
          </a:xfr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CB29DC-75E6-05D5-E4A8-953914E1E863}"/>
                </a:ext>
              </a:extLst>
            </p:cNvPr>
            <p:cNvSpPr/>
            <p:nvPr/>
          </p:nvSpPr>
          <p:spPr>
            <a:xfrm>
              <a:off x="-1" y="3291840"/>
              <a:ext cx="5872377" cy="2743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2C30B602-A4EC-806A-0EEF-D23B539F1A7D}"/>
                </a:ext>
              </a:extLst>
            </p:cNvPr>
            <p:cNvSpPr/>
            <p:nvPr/>
          </p:nvSpPr>
          <p:spPr>
            <a:xfrm rot="5400000">
              <a:off x="5456643" y="3246120"/>
              <a:ext cx="1188720" cy="36576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D20B01-505F-E3C3-61C3-CF498B6EABD7}"/>
              </a:ext>
            </a:extLst>
          </p:cNvPr>
          <p:cNvSpPr txBox="1"/>
          <p:nvPr/>
        </p:nvSpPr>
        <p:spPr>
          <a:xfrm>
            <a:off x="6438398" y="1958027"/>
            <a:ext cx="4931606" cy="321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Snapshot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geography, history, context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</a:p>
        </p:txBody>
      </p:sp>
    </p:spTree>
    <p:extLst>
      <p:ext uri="{BB962C8B-B14F-4D97-AF65-F5344CB8AC3E}">
        <p14:creationId xmlns:p14="http://schemas.microsoft.com/office/powerpoint/2010/main" val="208291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55A2E3-7289-097F-8F89-FD5F7858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90" y="909477"/>
            <a:ext cx="3436220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B5C5DBE-AA09-3EF5-E713-A4EE56C2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12860" y="1676216"/>
            <a:ext cx="29146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3D3DF4F-333E-EA01-7802-953DE442A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2264" y="5229225"/>
            <a:ext cx="29146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5FB397D-A291-03E4-AE7C-AB002B138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8805"/>
            <a:ext cx="6471685" cy="373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2FBF0BA-8C60-127E-4D66-1C4F4DD21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316" y="0"/>
            <a:ext cx="6471684" cy="373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Japan Flag さん">
            <a:extLst>
              <a:ext uri="{FF2B5EF4-FFF2-40B4-BE49-F238E27FC236}">
                <a16:creationId xmlns:a16="http://schemas.microsoft.com/office/drawing/2014/main" id="{26971A49-BCAC-DC82-F1FB-29BDCDEAB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521" y="4487165"/>
            <a:ext cx="26574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6E3577F-D43D-0C0A-418A-AE19D5C75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103" y="3118805"/>
            <a:ext cx="3428998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B10539D-B0F6-022B-E37A-3233D6F35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632" y="5212079"/>
            <a:ext cx="2945331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38E6F5B5-47B7-8CFE-6F3C-6FC10E264B1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632" y="0"/>
            <a:ext cx="2944368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24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3C7F-284D-296E-3E89-7EE7323B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2FCB0-2131-B04F-5BDB-9AAD5499B262}"/>
              </a:ext>
            </a:extLst>
          </p:cNvPr>
          <p:cNvSpPr txBox="1"/>
          <p:nvPr/>
        </p:nvSpPr>
        <p:spPr>
          <a:xfrm>
            <a:off x="738316" y="1876328"/>
            <a:ext cx="106154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Plan for the march day at Emi's class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What we will do today - Japan - snapshot of Japan today, history, culture, language, geography, food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Geography, snapshot of Japan today, history, etc. - Context of Japan in the world and region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Language - history.. hiragana, katakana, kanji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EMI can write her name in 3 ways in Japanese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Culture - anime,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pokemon</a:t>
            </a:r>
            <a:r>
              <a:rPr lang="en-US" sz="1200" dirty="0">
                <a:effectLst/>
                <a:latin typeface="Calibri" panose="020F0502020204030204" pitchFamily="34" charset="0"/>
              </a:rPr>
              <a:t>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doraemon</a:t>
            </a:r>
            <a:r>
              <a:rPr lang="en-US" sz="1200" dirty="0">
                <a:effectLst/>
                <a:latin typeface="Calibri" panose="020F0502020204030204" pitchFamily="34" charset="0"/>
              </a:rPr>
              <a:t>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etc</a:t>
            </a:r>
            <a:r>
              <a:rPr lang="en-US" sz="1200" dirty="0">
                <a:effectLst/>
                <a:latin typeface="Calibri" panose="020F0502020204030204" pitchFamily="34" charset="0"/>
              </a:rPr>
              <a:t>… and ORIGAMI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Practice origami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Food - sushi,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etc</a:t>
            </a:r>
            <a:r>
              <a:rPr lang="en-US" sz="1200" dirty="0">
                <a:effectLst/>
                <a:latin typeface="Calibri" panose="020F0502020204030204" pitchFamily="34" charset="0"/>
              </a:rPr>
              <a:t>… CHOPSTICKS, ONIGIRI 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Learn to use chopsticks??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600200" lvl="3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(MAYBE JUST SHOW THIS?  OR HAVE SOME THAT THEY CAN PLAY WITH / EAT WITH THE CHOPSTICKS?  OR HAVE EG EDAMAME with which kids can practice… then later they eat it with hands!) 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Make onigiri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600200" lvl="3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(Plus have some onigiri available for those who do not want to make onigiri)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(Things we need)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Onigiri ingredients - Shio-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goma</a:t>
            </a:r>
            <a:r>
              <a:rPr lang="en-US" sz="1200" dirty="0">
                <a:effectLst/>
                <a:latin typeface="Calibri" panose="020F0502020204030204" pitchFamily="34" charset="0"/>
              </a:rPr>
              <a:t>, nori-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tama</a:t>
            </a:r>
            <a:r>
              <a:rPr lang="en-US" sz="1200" dirty="0">
                <a:effectLst/>
                <a:latin typeface="Calibri" panose="020F0502020204030204" pitchFamily="34" charset="0"/>
              </a:rPr>
              <a:t>, salmon, nori, rice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Origami paper for the class demonstration / practice and to take home?  (also a few big pieces to demonstrate at front of class)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Chopsticks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Pics of Emi and / or Irie in kimono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Images / videos as appropriate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Books or other things from Japan that are in Japanese but will otherwise be 'familiar' to kids - e.g. same story / kids book / etc.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Other?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(Things to demonstrate / illustrate)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Unique backgrounds and culture for everyone - we can learn and celebrate - but there are also a lot of similarities and common threads / interests that we can find across cultures and backgrounds - we can celebrate both!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F7566-4A48-CEB7-A3EC-B723B042FFD9}"/>
              </a:ext>
            </a:extLst>
          </p:cNvPr>
          <p:cNvSpPr txBox="1"/>
          <p:nvPr/>
        </p:nvSpPr>
        <p:spPr>
          <a:xfrm>
            <a:off x="10249785" y="209198"/>
            <a:ext cx="3646967" cy="56174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Calibri" panose="020F0502020204030204" pitchFamily="34" charset="0"/>
              </a:rPr>
              <a:t>-Cherry blossom trees 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--in Tokyo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--in Washington DC</a:t>
            </a:r>
          </a:p>
          <a:p>
            <a:endParaRPr lang="en-US" sz="1400" dirty="0">
              <a:latin typeface="Calibri" panose="020F0502020204030204" pitchFamily="34" charset="0"/>
            </a:endParaRPr>
          </a:p>
          <a:p>
            <a:r>
              <a:rPr lang="en-US" sz="1400" dirty="0"/>
              <a:t>-any other connectors like this?</a:t>
            </a:r>
          </a:p>
          <a:p>
            <a:r>
              <a:rPr lang="en-US" sz="1400" dirty="0"/>
              <a:t>--game of ‘where is this?’  or “is this Japan… or US?”</a:t>
            </a:r>
          </a:p>
          <a:p>
            <a:endParaRPr lang="en-US" sz="1400" dirty="0"/>
          </a:p>
          <a:p>
            <a:r>
              <a:rPr lang="en-US" sz="1400" dirty="0"/>
              <a:t>-how big and how small – Japan, </a:t>
            </a:r>
            <a:r>
              <a:rPr lang="en-US" sz="1400" dirty="0" err="1"/>
              <a:t>korea</a:t>
            </a:r>
            <a:r>
              <a:rPr lang="en-US" sz="1400" dirty="0"/>
              <a:t>, </a:t>
            </a:r>
            <a:r>
              <a:rPr lang="en-US" sz="1400" dirty="0" err="1"/>
              <a:t>etc</a:t>
            </a:r>
            <a:r>
              <a:rPr lang="en-US" sz="1400" dirty="0"/>
              <a:t>… </a:t>
            </a:r>
          </a:p>
          <a:p>
            <a:r>
              <a:rPr lang="en-US" sz="1400" dirty="0"/>
              <a:t>--prime ministers faces – who is this?  Where are they from?</a:t>
            </a:r>
          </a:p>
          <a:p>
            <a:endParaRPr lang="en-US" sz="1400" dirty="0"/>
          </a:p>
          <a:p>
            <a:r>
              <a:rPr lang="en-US" sz="1400" dirty="0"/>
              <a:t>-Japan is four different islands, effectively</a:t>
            </a:r>
          </a:p>
          <a:p>
            <a:endParaRPr lang="en-US" sz="1400" dirty="0"/>
          </a:p>
          <a:p>
            <a:r>
              <a:rPr lang="en-US" sz="1400" dirty="0"/>
              <a:t>-kimono story and pictures – wedding kimono</a:t>
            </a:r>
          </a:p>
          <a:p>
            <a:endParaRPr lang="en-US" sz="1400" dirty="0"/>
          </a:p>
          <a:p>
            <a:r>
              <a:rPr lang="en-US" sz="1400" dirty="0"/>
              <a:t>-map with Japan in middle… vs. the map people typically see</a:t>
            </a:r>
          </a:p>
          <a:p>
            <a:endParaRPr lang="en-US" sz="1400" dirty="0"/>
          </a:p>
          <a:p>
            <a:r>
              <a:rPr lang="en-US" sz="1400" dirty="0"/>
              <a:t>-music – embed in deck</a:t>
            </a:r>
          </a:p>
          <a:p>
            <a:r>
              <a:rPr lang="en-US" sz="1400" dirty="0"/>
              <a:t>-Doraemon / etc. – embed a clip in deck – English and Japanese</a:t>
            </a:r>
          </a:p>
          <a:p>
            <a:endParaRPr lang="en-US" sz="1400" dirty="0"/>
          </a:p>
          <a:p>
            <a:r>
              <a:rPr lang="en-US" sz="1400" dirty="0"/>
              <a:t>-xx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1E1B4-5224-6D10-396C-3401ED96AD75}"/>
              </a:ext>
            </a:extLst>
          </p:cNvPr>
          <p:cNvSpPr txBox="1"/>
          <p:nvPr/>
        </p:nvSpPr>
        <p:spPr>
          <a:xfrm>
            <a:off x="5794743" y="1629620"/>
            <a:ext cx="3646967" cy="16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Calibri" panose="020F0502020204030204" pitchFamily="34" charset="0"/>
              </a:rPr>
              <a:t>-organize around questions that kids (or adults!) might have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-also make sure kids know they can ask questions throughout – and at end!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-do we have a take-home ‘package’ – chopsticks, Japan FAQs (or recommendations)?, what else?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3277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DA88-A24D-2578-C03C-BD01094D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B04F293-119B-900D-0CCD-4610E0A0F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356616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Japan Travel Images – Browse 1,495,110 Stock Photos, Vectors ...">
            <a:extLst>
              <a:ext uri="{FF2B5EF4-FFF2-40B4-BE49-F238E27FC236}">
                <a16:creationId xmlns:a16="http://schemas.microsoft.com/office/drawing/2014/main" id="{EB20CDD4-170F-59B4-BADA-54F01914E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Japan Jumbo Country Map Magnet by Classic Magnets, Collectible Souvenirs Made in The USA">
            <a:extLst>
              <a:ext uri="{FF2B5EF4-FFF2-40B4-BE49-F238E27FC236}">
                <a16:creationId xmlns:a16="http://schemas.microsoft.com/office/drawing/2014/main" id="{25FF7495-4909-27B0-EA6A-CBD54B326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340" y="1136875"/>
            <a:ext cx="404177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6DD0C11-4394-7A72-5771-6B096D61513E}"/>
              </a:ext>
            </a:extLst>
          </p:cNvPr>
          <p:cNvGrpSpPr/>
          <p:nvPr/>
        </p:nvGrpSpPr>
        <p:grpSpPr>
          <a:xfrm>
            <a:off x="-1" y="2834640"/>
            <a:ext cx="6233884" cy="1188720"/>
            <a:chOff x="-1" y="2834640"/>
            <a:chExt cx="6233884" cy="1188720"/>
          </a:xfr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73573C-25D2-96F4-1F89-115CDCEFAD10}"/>
                </a:ext>
              </a:extLst>
            </p:cNvPr>
            <p:cNvSpPr/>
            <p:nvPr/>
          </p:nvSpPr>
          <p:spPr>
            <a:xfrm>
              <a:off x="-1" y="3291840"/>
              <a:ext cx="5872377" cy="2743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22CE7DB4-A3F6-5F7B-5D2D-3C0297BE6709}"/>
                </a:ext>
              </a:extLst>
            </p:cNvPr>
            <p:cNvSpPr/>
            <p:nvPr/>
          </p:nvSpPr>
          <p:spPr>
            <a:xfrm rot="5400000">
              <a:off x="5456643" y="3246120"/>
              <a:ext cx="1188720" cy="36576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865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3FCE5-F210-8B7D-5B93-0010CD9A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2" descr="Japan Jumbo Country Map Magnet by Classic Magnets, Collectible Souvenirs Made in The USA">
            <a:extLst>
              <a:ext uri="{FF2B5EF4-FFF2-40B4-BE49-F238E27FC236}">
                <a16:creationId xmlns:a16="http://schemas.microsoft.com/office/drawing/2014/main" id="{9004AE97-D8C6-4F0E-6A51-0CBE50749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340" y="1136875"/>
            <a:ext cx="404177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97DC2F8-3AF3-B09A-FF56-85EC0E94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356616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Japan Travel Images – Browse 1,495,110 Stock Photos, Vectors ...">
            <a:extLst>
              <a:ext uri="{FF2B5EF4-FFF2-40B4-BE49-F238E27FC236}">
                <a16:creationId xmlns:a16="http://schemas.microsoft.com/office/drawing/2014/main" id="{E3A74748-44C3-F7E3-A48A-DC9968FD2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11" y="0"/>
            <a:ext cx="5878288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1C4DD70-FF76-531A-5649-BA469D0B4CC0}"/>
              </a:ext>
            </a:extLst>
          </p:cNvPr>
          <p:cNvGrpSpPr/>
          <p:nvPr/>
        </p:nvGrpSpPr>
        <p:grpSpPr>
          <a:xfrm>
            <a:off x="-1" y="2834640"/>
            <a:ext cx="6233884" cy="1188720"/>
            <a:chOff x="-1" y="2834640"/>
            <a:chExt cx="6233884" cy="1188720"/>
          </a:xfrm>
          <a:solidFill>
            <a:schemeClr val="tx2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93D686-6483-53D8-880F-AFB2B4B8258B}"/>
                </a:ext>
              </a:extLst>
            </p:cNvPr>
            <p:cNvSpPr/>
            <p:nvPr/>
          </p:nvSpPr>
          <p:spPr>
            <a:xfrm>
              <a:off x="-1" y="3291840"/>
              <a:ext cx="5872377" cy="2743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B945197-1C57-CF9F-49F9-E0357B3E167D}"/>
                </a:ext>
              </a:extLst>
            </p:cNvPr>
            <p:cNvSpPr/>
            <p:nvPr/>
          </p:nvSpPr>
          <p:spPr>
            <a:xfrm rot="5400000">
              <a:off x="5456643" y="3246120"/>
              <a:ext cx="1188720" cy="36576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AAF5960-0712-C911-5617-620C23DD1868}"/>
              </a:ext>
            </a:extLst>
          </p:cNvPr>
          <p:cNvSpPr txBox="1"/>
          <p:nvPr/>
        </p:nvSpPr>
        <p:spPr>
          <a:xfrm>
            <a:off x="6332068" y="1958027"/>
            <a:ext cx="6116996" cy="321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Where in the world… and when?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How many ‘letters’ are there?</a:t>
            </a: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Is there a Japanese Spiderman &amp; Barbie?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300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Does everyone in Japan like soy sauce?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62FD2E8-3CE7-BFE8-4277-56DA59370F66}"/>
              </a:ext>
            </a:extLst>
          </p:cNvPr>
          <p:cNvGrpSpPr>
            <a:grpSpLocks noChangeAspect="1"/>
          </p:cNvGrpSpPr>
          <p:nvPr/>
        </p:nvGrpSpPr>
        <p:grpSpPr>
          <a:xfrm>
            <a:off x="8313590" y="388506"/>
            <a:ext cx="1265275" cy="1212110"/>
            <a:chOff x="6847367" y="776177"/>
            <a:chExt cx="1265275" cy="1212110"/>
          </a:xfrm>
        </p:grpSpPr>
        <p:pic>
          <p:nvPicPr>
            <p:cNvPr id="16" name="Picture 12" descr="Japan Jumbo Country Map Magnet by Classic Magnets, Collectible Souvenirs Made in The USA">
              <a:extLst>
                <a:ext uri="{FF2B5EF4-FFF2-40B4-BE49-F238E27FC236}">
                  <a16:creationId xmlns:a16="http://schemas.microsoft.com/office/drawing/2014/main" id="{878A1DD4-4054-0B4D-363A-D7F4E31C40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98" t="26762" r="37206" b="51377"/>
            <a:stretch/>
          </p:blipFill>
          <p:spPr bwMode="auto">
            <a:xfrm>
              <a:off x="6847367" y="904576"/>
              <a:ext cx="1095153" cy="999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D715F08-58CB-48AC-86E4-F7CAC57119CF}"/>
                </a:ext>
              </a:extLst>
            </p:cNvPr>
            <p:cNvSpPr/>
            <p:nvPr/>
          </p:nvSpPr>
          <p:spPr>
            <a:xfrm>
              <a:off x="7184022" y="776177"/>
              <a:ext cx="756895" cy="213229"/>
            </a:xfrm>
            <a:custGeom>
              <a:avLst/>
              <a:gdLst>
                <a:gd name="connsiteX0" fmla="*/ 3587 w 756895"/>
                <a:gd name="connsiteY0" fmla="*/ 159488 h 213229"/>
                <a:gd name="connsiteX1" fmla="*/ 3587 w 756895"/>
                <a:gd name="connsiteY1" fmla="*/ 159488 h 213229"/>
                <a:gd name="connsiteX2" fmla="*/ 226871 w 756895"/>
                <a:gd name="connsiteY2" fmla="*/ 170121 h 213229"/>
                <a:gd name="connsiteX3" fmla="*/ 269401 w 756895"/>
                <a:gd name="connsiteY3" fmla="*/ 180753 h 213229"/>
                <a:gd name="connsiteX4" fmla="*/ 365094 w 756895"/>
                <a:gd name="connsiteY4" fmla="*/ 191386 h 213229"/>
                <a:gd name="connsiteX5" fmla="*/ 396992 w 756895"/>
                <a:gd name="connsiteY5" fmla="*/ 212651 h 213229"/>
                <a:gd name="connsiteX6" fmla="*/ 428890 w 756895"/>
                <a:gd name="connsiteY6" fmla="*/ 170121 h 213229"/>
                <a:gd name="connsiteX7" fmla="*/ 460787 w 756895"/>
                <a:gd name="connsiteY7" fmla="*/ 159488 h 213229"/>
                <a:gd name="connsiteX8" fmla="*/ 737234 w 756895"/>
                <a:gd name="connsiteY8" fmla="*/ 170121 h 213229"/>
                <a:gd name="connsiteX9" fmla="*/ 726601 w 756895"/>
                <a:gd name="connsiteY9" fmla="*/ 42530 h 213229"/>
                <a:gd name="connsiteX10" fmla="*/ 620276 w 756895"/>
                <a:gd name="connsiteY10" fmla="*/ 31897 h 213229"/>
                <a:gd name="connsiteX11" fmla="*/ 577745 w 756895"/>
                <a:gd name="connsiteY11" fmla="*/ 21265 h 213229"/>
                <a:gd name="connsiteX12" fmla="*/ 503318 w 756895"/>
                <a:gd name="connsiteY12" fmla="*/ 0 h 213229"/>
                <a:gd name="connsiteX13" fmla="*/ 311931 w 756895"/>
                <a:gd name="connsiteY13" fmla="*/ 21265 h 213229"/>
                <a:gd name="connsiteX14" fmla="*/ 280034 w 756895"/>
                <a:gd name="connsiteY14" fmla="*/ 31897 h 213229"/>
                <a:gd name="connsiteX15" fmla="*/ 205606 w 756895"/>
                <a:gd name="connsiteY15" fmla="*/ 53163 h 213229"/>
                <a:gd name="connsiteX16" fmla="*/ 152443 w 756895"/>
                <a:gd name="connsiteY16" fmla="*/ 74428 h 213229"/>
                <a:gd name="connsiteX17" fmla="*/ 14220 w 756895"/>
                <a:gd name="connsiteY17" fmla="*/ 85060 h 213229"/>
                <a:gd name="connsiteX18" fmla="*/ 3587 w 756895"/>
                <a:gd name="connsiteY18" fmla="*/ 159488 h 21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6895" h="213229">
                  <a:moveTo>
                    <a:pt x="3587" y="159488"/>
                  </a:moveTo>
                  <a:lnTo>
                    <a:pt x="3587" y="159488"/>
                  </a:lnTo>
                  <a:cubicBezTo>
                    <a:pt x="78015" y="163032"/>
                    <a:pt x="152596" y="164179"/>
                    <a:pt x="226871" y="170121"/>
                  </a:cubicBezTo>
                  <a:cubicBezTo>
                    <a:pt x="241437" y="171286"/>
                    <a:pt x="254958" y="178531"/>
                    <a:pt x="269401" y="180753"/>
                  </a:cubicBezTo>
                  <a:cubicBezTo>
                    <a:pt x="301122" y="185633"/>
                    <a:pt x="333196" y="187842"/>
                    <a:pt x="365094" y="191386"/>
                  </a:cubicBezTo>
                  <a:cubicBezTo>
                    <a:pt x="375727" y="198474"/>
                    <a:pt x="384869" y="216692"/>
                    <a:pt x="396992" y="212651"/>
                  </a:cubicBezTo>
                  <a:cubicBezTo>
                    <a:pt x="413804" y="207047"/>
                    <a:pt x="415276" y="181466"/>
                    <a:pt x="428890" y="170121"/>
                  </a:cubicBezTo>
                  <a:cubicBezTo>
                    <a:pt x="437500" y="162946"/>
                    <a:pt x="450155" y="163032"/>
                    <a:pt x="460787" y="159488"/>
                  </a:cubicBezTo>
                  <a:cubicBezTo>
                    <a:pt x="547520" y="194181"/>
                    <a:pt x="633921" y="237274"/>
                    <a:pt x="737234" y="170121"/>
                  </a:cubicBezTo>
                  <a:cubicBezTo>
                    <a:pt x="773017" y="146862"/>
                    <a:pt x="754168" y="75110"/>
                    <a:pt x="726601" y="42530"/>
                  </a:cubicBezTo>
                  <a:cubicBezTo>
                    <a:pt x="703594" y="15339"/>
                    <a:pt x="655718" y="35441"/>
                    <a:pt x="620276" y="31897"/>
                  </a:cubicBezTo>
                  <a:cubicBezTo>
                    <a:pt x="606099" y="28353"/>
                    <a:pt x="591796" y="25280"/>
                    <a:pt x="577745" y="21265"/>
                  </a:cubicBezTo>
                  <a:cubicBezTo>
                    <a:pt x="470959" y="-9245"/>
                    <a:pt x="636289" y="33241"/>
                    <a:pt x="503318" y="0"/>
                  </a:cubicBezTo>
                  <a:cubicBezTo>
                    <a:pt x="472771" y="3054"/>
                    <a:pt x="348734" y="14574"/>
                    <a:pt x="311931" y="21265"/>
                  </a:cubicBezTo>
                  <a:cubicBezTo>
                    <a:pt x="300904" y="23270"/>
                    <a:pt x="290810" y="28818"/>
                    <a:pt x="280034" y="31897"/>
                  </a:cubicBezTo>
                  <a:cubicBezTo>
                    <a:pt x="233113" y="45303"/>
                    <a:pt x="246396" y="37867"/>
                    <a:pt x="205606" y="53163"/>
                  </a:cubicBezTo>
                  <a:cubicBezTo>
                    <a:pt x="187735" y="59865"/>
                    <a:pt x="171269" y="71290"/>
                    <a:pt x="152443" y="74428"/>
                  </a:cubicBezTo>
                  <a:cubicBezTo>
                    <a:pt x="106861" y="82025"/>
                    <a:pt x="60294" y="81516"/>
                    <a:pt x="14220" y="85060"/>
                  </a:cubicBezTo>
                  <a:cubicBezTo>
                    <a:pt x="-10977" y="122856"/>
                    <a:pt x="5359" y="147083"/>
                    <a:pt x="3587" y="15948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0030E9-1E1A-F97E-28E4-6BEFAAA6023D}"/>
                </a:ext>
              </a:extLst>
            </p:cNvPr>
            <p:cNvSpPr/>
            <p:nvPr/>
          </p:nvSpPr>
          <p:spPr>
            <a:xfrm>
              <a:off x="7836195" y="999460"/>
              <a:ext cx="276447" cy="489098"/>
            </a:xfrm>
            <a:custGeom>
              <a:avLst/>
              <a:gdLst>
                <a:gd name="connsiteX0" fmla="*/ 0 w 276447"/>
                <a:gd name="connsiteY0" fmla="*/ 0 h 489098"/>
                <a:gd name="connsiteX1" fmla="*/ 0 w 276447"/>
                <a:gd name="connsiteY1" fmla="*/ 0 h 489098"/>
                <a:gd name="connsiteX2" fmla="*/ 53163 w 276447"/>
                <a:gd name="connsiteY2" fmla="*/ 85061 h 489098"/>
                <a:gd name="connsiteX3" fmla="*/ 63796 w 276447"/>
                <a:gd name="connsiteY3" fmla="*/ 340242 h 489098"/>
                <a:gd name="connsiteX4" fmla="*/ 74428 w 276447"/>
                <a:gd name="connsiteY4" fmla="*/ 372140 h 489098"/>
                <a:gd name="connsiteX5" fmla="*/ 106326 w 276447"/>
                <a:gd name="connsiteY5" fmla="*/ 489098 h 489098"/>
                <a:gd name="connsiteX6" fmla="*/ 223284 w 276447"/>
                <a:gd name="connsiteY6" fmla="*/ 478466 h 489098"/>
                <a:gd name="connsiteX7" fmla="*/ 244549 w 276447"/>
                <a:gd name="connsiteY7" fmla="*/ 457200 h 489098"/>
                <a:gd name="connsiteX8" fmla="*/ 276447 w 276447"/>
                <a:gd name="connsiteY8" fmla="*/ 414670 h 489098"/>
                <a:gd name="connsiteX9" fmla="*/ 265814 w 276447"/>
                <a:gd name="connsiteY9" fmla="*/ 212652 h 489098"/>
                <a:gd name="connsiteX10" fmla="*/ 244549 w 276447"/>
                <a:gd name="connsiteY10" fmla="*/ 127591 h 489098"/>
                <a:gd name="connsiteX11" fmla="*/ 212652 w 276447"/>
                <a:gd name="connsiteY11" fmla="*/ 85061 h 489098"/>
                <a:gd name="connsiteX12" fmla="*/ 159489 w 276447"/>
                <a:gd name="connsiteY12" fmla="*/ 42531 h 489098"/>
                <a:gd name="connsiteX13" fmla="*/ 95693 w 276447"/>
                <a:gd name="connsiteY13" fmla="*/ 21266 h 489098"/>
                <a:gd name="connsiteX14" fmla="*/ 0 w 276447"/>
                <a:gd name="connsiteY14" fmla="*/ 0 h 489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6447" h="489098">
                  <a:moveTo>
                    <a:pt x="0" y="0"/>
                  </a:moveTo>
                  <a:lnTo>
                    <a:pt x="0" y="0"/>
                  </a:lnTo>
                  <a:cubicBezTo>
                    <a:pt x="17721" y="28354"/>
                    <a:pt x="47001" y="52198"/>
                    <a:pt x="53163" y="85061"/>
                  </a:cubicBezTo>
                  <a:cubicBezTo>
                    <a:pt x="68852" y="168737"/>
                    <a:pt x="57507" y="255340"/>
                    <a:pt x="63796" y="340242"/>
                  </a:cubicBezTo>
                  <a:cubicBezTo>
                    <a:pt x="64624" y="351419"/>
                    <a:pt x="71479" y="361327"/>
                    <a:pt x="74428" y="372140"/>
                  </a:cubicBezTo>
                  <a:cubicBezTo>
                    <a:pt x="110397" y="504030"/>
                    <a:pt x="81854" y="415685"/>
                    <a:pt x="106326" y="489098"/>
                  </a:cubicBezTo>
                  <a:cubicBezTo>
                    <a:pt x="145312" y="485554"/>
                    <a:pt x="185140" y="487269"/>
                    <a:pt x="223284" y="478466"/>
                  </a:cubicBezTo>
                  <a:cubicBezTo>
                    <a:pt x="233052" y="476212"/>
                    <a:pt x="238131" y="464901"/>
                    <a:pt x="244549" y="457200"/>
                  </a:cubicBezTo>
                  <a:cubicBezTo>
                    <a:pt x="255894" y="443586"/>
                    <a:pt x="265814" y="428847"/>
                    <a:pt x="276447" y="414670"/>
                  </a:cubicBezTo>
                  <a:cubicBezTo>
                    <a:pt x="272903" y="347331"/>
                    <a:pt x="273261" y="279672"/>
                    <a:pt x="265814" y="212652"/>
                  </a:cubicBezTo>
                  <a:cubicBezTo>
                    <a:pt x="262586" y="183604"/>
                    <a:pt x="255790" y="154569"/>
                    <a:pt x="244549" y="127591"/>
                  </a:cubicBezTo>
                  <a:cubicBezTo>
                    <a:pt x="237733" y="111233"/>
                    <a:pt x="223997" y="98674"/>
                    <a:pt x="212652" y="85061"/>
                  </a:cubicBezTo>
                  <a:cubicBezTo>
                    <a:pt x="199658" y="69468"/>
                    <a:pt x="177665" y="50609"/>
                    <a:pt x="159489" y="42531"/>
                  </a:cubicBezTo>
                  <a:cubicBezTo>
                    <a:pt x="139005" y="33427"/>
                    <a:pt x="118109" y="21266"/>
                    <a:pt x="95693" y="2126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6136916-A1F7-3E29-F4B2-F71F3B8C4E88}"/>
                </a:ext>
              </a:extLst>
            </p:cNvPr>
            <p:cNvSpPr/>
            <p:nvPr/>
          </p:nvSpPr>
          <p:spPr>
            <a:xfrm>
              <a:off x="6964326" y="1850873"/>
              <a:ext cx="976591" cy="1374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1A1604-3E68-88C1-F7D0-147716D7472F}"/>
                </a:ext>
              </a:extLst>
            </p:cNvPr>
            <p:cNvSpPr/>
            <p:nvPr/>
          </p:nvSpPr>
          <p:spPr>
            <a:xfrm>
              <a:off x="7262836" y="1497063"/>
              <a:ext cx="725758" cy="75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20A97E-EC2C-6DBF-9DBD-72CBBEB3A5E3}"/>
                </a:ext>
              </a:extLst>
            </p:cNvPr>
            <p:cNvSpPr/>
            <p:nvPr/>
          </p:nvSpPr>
          <p:spPr>
            <a:xfrm>
              <a:off x="7551814" y="916781"/>
              <a:ext cx="447413" cy="81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9745AEC-CD1B-FAC6-85DD-B1BD04951371}"/>
                </a:ext>
              </a:extLst>
            </p:cNvPr>
            <p:cNvSpPr/>
            <p:nvPr/>
          </p:nvSpPr>
          <p:spPr>
            <a:xfrm rot="5061411">
              <a:off x="7700918" y="1135003"/>
              <a:ext cx="447413" cy="81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139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0B425C-57D7-E013-EF68-2657AD90D796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A4BBCFC-729E-54A3-C54C-6787A4CA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93E25F-B55C-875F-EFA5-92616D283937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Where in the world… and when?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EF385-4550-8127-6648-0DE3A2D1E9D7}"/>
              </a:ext>
            </a:extLst>
          </p:cNvPr>
          <p:cNvSpPr/>
          <p:nvPr/>
        </p:nvSpPr>
        <p:spPr>
          <a:xfrm>
            <a:off x="9484242" y="219096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07E46-F8E7-FC55-1492-ABD98F354EE1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-maps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-population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-context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E6D984B-8F43-A133-A269-1CF05D02B2B0}"/>
              </a:ext>
            </a:extLst>
          </p:cNvPr>
          <p:cNvSpPr/>
          <p:nvPr/>
        </p:nvSpPr>
        <p:spPr>
          <a:xfrm rot="10800000" flipV="1">
            <a:off x="11463900" y="731087"/>
            <a:ext cx="1763002" cy="44629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 all slides</a:t>
            </a:r>
          </a:p>
        </p:txBody>
      </p:sp>
    </p:spTree>
    <p:extLst>
      <p:ext uri="{BB962C8B-B14F-4D97-AF65-F5344CB8AC3E}">
        <p14:creationId xmlns:p14="http://schemas.microsoft.com/office/powerpoint/2010/main" val="378565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9A5E-A600-AE26-B822-76C18A52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42FBDA-6089-0063-DC06-B82131ED3723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088CF23-C04B-88C3-A1A6-EDCBA47E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FD69ED-3736-BEF8-2FF9-F0000BBC0FE0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Where in the world… and when?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02DD2-F513-9BCD-30E4-010B9AE3C038}"/>
              </a:ext>
            </a:extLst>
          </p:cNvPr>
          <p:cNvSpPr/>
          <p:nvPr/>
        </p:nvSpPr>
        <p:spPr>
          <a:xfrm>
            <a:off x="9484242" y="219096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1CC5F-3DB4-2FE4-AE46-2A4C20278B5F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When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-history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-timeline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-context</a:t>
            </a:r>
          </a:p>
        </p:txBody>
      </p:sp>
    </p:spTree>
    <p:extLst>
      <p:ext uri="{BB962C8B-B14F-4D97-AF65-F5344CB8AC3E}">
        <p14:creationId xmlns:p14="http://schemas.microsoft.com/office/powerpoint/2010/main" val="3829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9430-7464-AF2A-95F0-43652B2E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D75A6A-0389-D986-DD51-D0C82F5AF19D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1B51500-C3BC-F313-2AAB-C52E873B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1C3FE2-6613-9D87-125C-F6263E20D388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How many letters are there?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0C500-C890-C8DB-ED94-03565F5FEC7B}"/>
              </a:ext>
            </a:extLst>
          </p:cNvPr>
          <p:cNvSpPr/>
          <p:nvPr/>
        </p:nvSpPr>
        <p:spPr>
          <a:xfrm>
            <a:off x="9484242" y="484916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E82F3-3860-0E3F-EC26-A969A5BA6BD2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 character sets summary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-examples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-origin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-how many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-compare to </a:t>
            </a:r>
            <a:r>
              <a:rPr lang="en-US" dirty="0" err="1">
                <a:solidFill>
                  <a:schemeClr val="tx1"/>
                </a:solidFill>
              </a:rPr>
              <a:t>usa</a:t>
            </a:r>
            <a:r>
              <a:rPr lang="en-US" dirty="0">
                <a:solidFill>
                  <a:schemeClr val="tx1"/>
                </a:solidFill>
              </a:rPr>
              <a:t> – similarities, differences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-relate to everyday – when / how used (e.g. hmwk, signs, newspaper)</a:t>
            </a:r>
          </a:p>
        </p:txBody>
      </p:sp>
    </p:spTree>
    <p:extLst>
      <p:ext uri="{BB962C8B-B14F-4D97-AF65-F5344CB8AC3E}">
        <p14:creationId xmlns:p14="http://schemas.microsoft.com/office/powerpoint/2010/main" val="172821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1B097-7705-EABE-08B8-6F53B650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8FD91-05DE-B00F-9799-B611883A8AF3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BBA3E40-6B81-1069-9352-EED81693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1C1602-FF33-2E4E-9091-5D9B4D3622A7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How many letters are there?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B5C14E-D4B7-8BA4-F7C8-48B5DAEC8A25}"/>
              </a:ext>
            </a:extLst>
          </p:cNvPr>
          <p:cNvSpPr/>
          <p:nvPr/>
        </p:nvSpPr>
        <p:spPr>
          <a:xfrm>
            <a:off x="9484242" y="484916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AD706-419D-C32F-B00E-895C7BB995D9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Activity #1 – Emi’s name 3 ways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9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9F9B-0B26-9B80-D0E7-07B4D14A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134B93-3177-88F1-3581-E5CC38CC4527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FFDC880-1856-59DD-587E-B672FA5FD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83D77C-A8A2-5223-73EF-E43FB54A207E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Is there a Japanese Superman and Barbie?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A4EFE3-BE9B-A681-7BC3-67AAA8BB7A6D}"/>
              </a:ext>
            </a:extLst>
          </p:cNvPr>
          <p:cNvSpPr/>
          <p:nvPr/>
        </p:nvSpPr>
        <p:spPr>
          <a:xfrm>
            <a:off x="9484242" y="772003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EBC156-970A-4949-98FC-F5586295E72E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Overview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-answer the superman and barbie question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-anime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-sports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-compare </a:t>
            </a:r>
            <a:r>
              <a:rPr lang="en-US" dirty="0" err="1">
                <a:solidFill>
                  <a:schemeClr val="tx1"/>
                </a:solidFill>
              </a:rPr>
              <a:t>jp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usa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-same as </a:t>
            </a:r>
            <a:r>
              <a:rPr lang="en-US" dirty="0" err="1">
                <a:solidFill>
                  <a:schemeClr val="tx1"/>
                </a:solidFill>
              </a:rPr>
              <a:t>usa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-unique to / started in Japan – e.g. </a:t>
            </a:r>
            <a:r>
              <a:rPr lang="en-US" b="1" dirty="0">
                <a:solidFill>
                  <a:schemeClr val="tx1"/>
                </a:solidFill>
              </a:rPr>
              <a:t>introduce origami</a:t>
            </a:r>
          </a:p>
        </p:txBody>
      </p:sp>
    </p:spTree>
    <p:extLst>
      <p:ext uri="{BB962C8B-B14F-4D97-AF65-F5344CB8AC3E}">
        <p14:creationId xmlns:p14="http://schemas.microsoft.com/office/powerpoint/2010/main" val="44296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FBA34-00A8-2E97-C5B1-4C916BDB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9814E8-9914-9C04-B290-81C8433FDC6F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23665B0-774F-C616-B088-C083DBE20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D7DA46-6B30-B1D6-5DAD-E4D2CE5B1138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Is there a Japanese Superman and Barbie?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B123A8-D57E-A6CD-8A2C-2173C53D61F5}"/>
              </a:ext>
            </a:extLst>
          </p:cNvPr>
          <p:cNvSpPr/>
          <p:nvPr/>
        </p:nvSpPr>
        <p:spPr>
          <a:xfrm>
            <a:off x="9484242" y="772003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97E81F-8666-5E2F-7582-989EA783E11B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Activity #2 - origami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00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1361-3029-5856-14C8-EF3178C8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0076DE-C3D5-7BD4-EE6E-0C4051F6968A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C15C273-B104-7420-9F75-EF14ABFCF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4929F7-C43C-D09F-B4F0-951FAAB6943F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Does everyone in Japan like soy sauce?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168E-9A5B-CD6E-CF7E-248A09AD66B9}"/>
              </a:ext>
            </a:extLst>
          </p:cNvPr>
          <p:cNvSpPr/>
          <p:nvPr/>
        </p:nvSpPr>
        <p:spPr>
          <a:xfrm>
            <a:off x="9484242" y="1037820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41A12-9D75-F8A7-B577-2CDB3C5F5D4B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Overview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-answer the soy sauce question w/ stats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-importance of food to culture and family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-comparison between </a:t>
            </a:r>
            <a:r>
              <a:rPr lang="en-US" dirty="0" err="1">
                <a:solidFill>
                  <a:schemeClr val="tx1"/>
                </a:solidFill>
              </a:rPr>
              <a:t>jp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usa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-example foods – some unique, some same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b="1" dirty="0">
                <a:solidFill>
                  <a:schemeClr val="tx1"/>
                </a:solidFill>
              </a:rPr>
              <a:t>introduce chopsticks and onigiri</a:t>
            </a:r>
          </a:p>
        </p:txBody>
      </p:sp>
    </p:spTree>
    <p:extLst>
      <p:ext uri="{BB962C8B-B14F-4D97-AF65-F5344CB8AC3E}">
        <p14:creationId xmlns:p14="http://schemas.microsoft.com/office/powerpoint/2010/main" val="1555604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C18D-FF0D-DB37-2E78-6D6EB908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5BFC04-9A13-0018-96B9-0DDC6C636069}"/>
              </a:ext>
            </a:extLst>
          </p:cNvPr>
          <p:cNvCxnSpPr/>
          <p:nvPr/>
        </p:nvCxnSpPr>
        <p:spPr>
          <a:xfrm>
            <a:off x="838200" y="1435397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800FEE0-77DB-A377-0672-8B61D91EF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536" y="0"/>
            <a:ext cx="1961264" cy="14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6A1C59-A4ED-3815-CDE4-F2A0558075C0}"/>
              </a:ext>
            </a:extLst>
          </p:cNvPr>
          <p:cNvSpPr txBox="1"/>
          <p:nvPr/>
        </p:nvSpPr>
        <p:spPr>
          <a:xfrm>
            <a:off x="838200" y="663957"/>
            <a:ext cx="746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buClr>
                <a:schemeClr val="accent1"/>
              </a:buClr>
              <a:buSzPct val="150000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Does everyone in Japan like soy sauce?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E3BD9-C561-19CF-4952-EFD87E2FD4E6}"/>
              </a:ext>
            </a:extLst>
          </p:cNvPr>
          <p:cNvSpPr/>
          <p:nvPr/>
        </p:nvSpPr>
        <p:spPr>
          <a:xfrm>
            <a:off x="9484242" y="1037820"/>
            <a:ext cx="1869558" cy="296387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7A4E7-A8B6-BC21-63C8-FFD9E60B6BC3}"/>
              </a:ext>
            </a:extLst>
          </p:cNvPr>
          <p:cNvSpPr/>
          <p:nvPr/>
        </p:nvSpPr>
        <p:spPr>
          <a:xfrm>
            <a:off x="2626242" y="2551814"/>
            <a:ext cx="6858000" cy="19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Activity #3 – onigiri / chopsticks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639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29FE-A46F-DE96-174D-78547B46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26A61-4A88-2707-3932-14CB7DDF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3BE74-870D-086E-04E5-33CB4C11E5D1}"/>
              </a:ext>
            </a:extLst>
          </p:cNvPr>
          <p:cNvSpPr txBox="1"/>
          <p:nvPr/>
        </p:nvSpPr>
        <p:spPr>
          <a:xfrm>
            <a:off x="738316" y="1876328"/>
            <a:ext cx="106154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Plan for the march day at Emi's class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What we will do today - Japan - snapshot of Japan today, history, culture, language, geography, food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Geography, snapshot of Japan today, history, etc. - Context of Japan in the world and region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Language - history.. hiragana, katakana, kanji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EMI can write her name in 3 ways in Japanese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Culture - anime,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pokemon</a:t>
            </a:r>
            <a:r>
              <a:rPr lang="en-US" sz="1200" dirty="0">
                <a:effectLst/>
                <a:latin typeface="Calibri" panose="020F0502020204030204" pitchFamily="34" charset="0"/>
              </a:rPr>
              <a:t>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doraemon</a:t>
            </a:r>
            <a:r>
              <a:rPr lang="en-US" sz="1200" dirty="0">
                <a:effectLst/>
                <a:latin typeface="Calibri" panose="020F0502020204030204" pitchFamily="34" charset="0"/>
              </a:rPr>
              <a:t>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etc</a:t>
            </a:r>
            <a:r>
              <a:rPr lang="en-US" sz="1200" dirty="0">
                <a:effectLst/>
                <a:latin typeface="Calibri" panose="020F0502020204030204" pitchFamily="34" charset="0"/>
              </a:rPr>
              <a:t>… and ORIGAMI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Practice origami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Food - sushi,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etc</a:t>
            </a:r>
            <a:r>
              <a:rPr lang="en-US" sz="1200" dirty="0">
                <a:effectLst/>
                <a:latin typeface="Calibri" panose="020F0502020204030204" pitchFamily="34" charset="0"/>
              </a:rPr>
              <a:t>… CHOPSTICKS, ONIGIRI 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Learn to use chopsticks??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600200" lvl="3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(MAYBE JUST SHOW THIS?  OR HAVE SOME THAT THEY CAN PLAY WITH / EAT WITH THE CHOPSTICKS?  OR HAVE EG EDAMAME with which kids can practice… then later they eat it with hands!) 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Make onigiri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600200" lvl="3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(Plus have some onigiri available for those who do not want to make onigiri)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(Things we need)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Onigiri ingredients - Shio-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goma</a:t>
            </a:r>
            <a:r>
              <a:rPr lang="en-US" sz="1200" dirty="0">
                <a:effectLst/>
                <a:latin typeface="Calibri" panose="020F0502020204030204" pitchFamily="34" charset="0"/>
              </a:rPr>
              <a:t>, nori-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tama</a:t>
            </a:r>
            <a:r>
              <a:rPr lang="en-US" sz="1200" dirty="0">
                <a:effectLst/>
                <a:latin typeface="Calibri" panose="020F0502020204030204" pitchFamily="34" charset="0"/>
              </a:rPr>
              <a:t>, salmon, nori, rice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Origami paper for the class demonstration / practice and to take home?  (also a few big pieces to demonstrate at front of class)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Chopsticks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Pics of Emi and / or Irie in kimono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Images / videos as appropriate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Books or other things from Japan that are in Japanese but will otherwise be 'familiar' to kids - e.g. same story / kids book / etc.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Other?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§"/>
            </a:pPr>
            <a:r>
              <a:rPr lang="en-US" sz="1200" dirty="0">
                <a:effectLst/>
                <a:latin typeface="Calibri" panose="020F0502020204030204" pitchFamily="34" charset="0"/>
              </a:rPr>
              <a:t>(Things to demonstrate / illustrate)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1143000" lvl="2" indent="-22860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</a:rPr>
              <a:t>Unique backgrounds and culture for everyone - we can learn and celebrate - but there are also a lot of similarities and common threads / interests that we can find across cultures and backgrounds - we can celebrate both!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A3FF3-F661-AE16-F9D9-9F793AC430A2}"/>
              </a:ext>
            </a:extLst>
          </p:cNvPr>
          <p:cNvSpPr txBox="1"/>
          <p:nvPr/>
        </p:nvSpPr>
        <p:spPr>
          <a:xfrm>
            <a:off x="10249785" y="209198"/>
            <a:ext cx="3646967" cy="56174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Calibri" panose="020F0502020204030204" pitchFamily="34" charset="0"/>
              </a:rPr>
              <a:t>-Cherry blossom trees 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--in Tokyo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--in Washington DC</a:t>
            </a:r>
          </a:p>
          <a:p>
            <a:endParaRPr lang="en-US" sz="1400" dirty="0">
              <a:latin typeface="Calibri" panose="020F0502020204030204" pitchFamily="34" charset="0"/>
            </a:endParaRPr>
          </a:p>
          <a:p>
            <a:r>
              <a:rPr lang="en-US" sz="1400" dirty="0"/>
              <a:t>-any other connectors like this?</a:t>
            </a:r>
          </a:p>
          <a:p>
            <a:r>
              <a:rPr lang="en-US" sz="1400" dirty="0"/>
              <a:t>--game of ‘where is this?’  or “is this Japan… or US?”</a:t>
            </a:r>
          </a:p>
          <a:p>
            <a:endParaRPr lang="en-US" sz="1400" dirty="0"/>
          </a:p>
          <a:p>
            <a:r>
              <a:rPr lang="en-US" sz="1400" dirty="0"/>
              <a:t>-how big and how small – Japan, </a:t>
            </a:r>
            <a:r>
              <a:rPr lang="en-US" sz="1400" dirty="0" err="1"/>
              <a:t>korea</a:t>
            </a:r>
            <a:r>
              <a:rPr lang="en-US" sz="1400" dirty="0"/>
              <a:t>, </a:t>
            </a:r>
            <a:r>
              <a:rPr lang="en-US" sz="1400" dirty="0" err="1"/>
              <a:t>etc</a:t>
            </a:r>
            <a:r>
              <a:rPr lang="en-US" sz="1400" dirty="0"/>
              <a:t>… </a:t>
            </a:r>
          </a:p>
          <a:p>
            <a:r>
              <a:rPr lang="en-US" sz="1400" dirty="0"/>
              <a:t>--prime ministers faces – who is this?  Where are they from?</a:t>
            </a:r>
          </a:p>
          <a:p>
            <a:endParaRPr lang="en-US" sz="1400" dirty="0"/>
          </a:p>
          <a:p>
            <a:r>
              <a:rPr lang="en-US" sz="1400" dirty="0"/>
              <a:t>-Japan is four different islands, effectively</a:t>
            </a:r>
          </a:p>
          <a:p>
            <a:endParaRPr lang="en-US" sz="1400" dirty="0"/>
          </a:p>
          <a:p>
            <a:r>
              <a:rPr lang="en-US" sz="1400" dirty="0"/>
              <a:t>-kimono story and pictures – wedding kimono</a:t>
            </a:r>
          </a:p>
          <a:p>
            <a:endParaRPr lang="en-US" sz="1400" dirty="0"/>
          </a:p>
          <a:p>
            <a:r>
              <a:rPr lang="en-US" sz="1400" dirty="0"/>
              <a:t>-map with Japan in middle… vs. the map people typically see</a:t>
            </a:r>
          </a:p>
          <a:p>
            <a:endParaRPr lang="en-US" sz="1400" dirty="0"/>
          </a:p>
          <a:p>
            <a:r>
              <a:rPr lang="en-US" sz="1400" dirty="0"/>
              <a:t>-music – embed in deck</a:t>
            </a:r>
          </a:p>
          <a:p>
            <a:r>
              <a:rPr lang="en-US" sz="1400" dirty="0"/>
              <a:t>-Doraemon / etc. – embed a clip in deck – English and Japanese</a:t>
            </a:r>
          </a:p>
          <a:p>
            <a:endParaRPr lang="en-US" sz="1400" dirty="0"/>
          </a:p>
          <a:p>
            <a:r>
              <a:rPr lang="en-US" sz="1400" dirty="0"/>
              <a:t>-xx</a:t>
            </a:r>
          </a:p>
        </p:txBody>
      </p:sp>
    </p:spTree>
    <p:extLst>
      <p:ext uri="{BB962C8B-B14F-4D97-AF65-F5344CB8AC3E}">
        <p14:creationId xmlns:p14="http://schemas.microsoft.com/office/powerpoint/2010/main" val="3105201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09F9-7B4B-64E6-DFE8-EFF2D33FA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Japan Maps &amp; Facts - World Atlas">
            <a:extLst>
              <a:ext uri="{FF2B5EF4-FFF2-40B4-BE49-F238E27FC236}">
                <a16:creationId xmlns:a16="http://schemas.microsoft.com/office/drawing/2014/main" id="{B158F3B4-C8E3-D3C2-D9D8-7BE212655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032" y="1214969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lifornia vs. Japan (To Scale) : r/MapPorn">
            <a:extLst>
              <a:ext uri="{FF2B5EF4-FFF2-40B4-BE49-F238E27FC236}">
                <a16:creationId xmlns:a16="http://schemas.microsoft.com/office/drawing/2014/main" id="{0BA44230-9CCB-EA5C-A496-E16D942A9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88" y="968169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ize of Japan compared to the East coast : r/interestingasfuck">
            <a:extLst>
              <a:ext uri="{FF2B5EF4-FFF2-40B4-BE49-F238E27FC236}">
                <a16:creationId xmlns:a16="http://schemas.microsoft.com/office/drawing/2014/main" id="{81E8DF0A-AF03-8F71-D4BD-530B096F6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203" y="3554334"/>
            <a:ext cx="1857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1445A605-F7A8-5830-7EA6-AE85CFA10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938" y="3078609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8628E1-CF35-C26E-A27C-225701B8F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5869" y="3769614"/>
            <a:ext cx="5124450" cy="26903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D02ACB-CF6B-C25F-9637-0F8EF02FA936}"/>
              </a:ext>
            </a:extLst>
          </p:cNvPr>
          <p:cNvSpPr txBox="1"/>
          <p:nvPr/>
        </p:nvSpPr>
        <p:spPr>
          <a:xfrm>
            <a:off x="-3950720" y="5908763"/>
            <a:ext cx="6368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7"/>
              </a:rPr>
              <a:t>Arizona vs Japan (Statistical Comparison) (cyprusandaxi.com)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397EC8-3B80-779C-3949-EC7F56F3F4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865949" y="2921436"/>
            <a:ext cx="5731181" cy="3008870"/>
          </a:xfrm>
          <a:prstGeom prst="rect">
            <a:avLst/>
          </a:prstGeom>
        </p:spPr>
      </p:pic>
      <p:pic>
        <p:nvPicPr>
          <p:cNvPr id="4" name="Picture 8" descr="East meets West in the Pacific-centered version of the world ...">
            <a:extLst>
              <a:ext uri="{FF2B5EF4-FFF2-40B4-BE49-F238E27FC236}">
                <a16:creationId xmlns:a16="http://schemas.microsoft.com/office/drawing/2014/main" id="{0ECB9B77-44A3-9732-BE55-FFDA65487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09" y="207472"/>
            <a:ext cx="5459933" cy="384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73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13E0A-E7F8-6C50-528D-824662C3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AC742-7D4A-CF07-8058-F614FD4F1CB3}"/>
              </a:ext>
            </a:extLst>
          </p:cNvPr>
          <p:cNvSpPr txBox="1"/>
          <p:nvPr/>
        </p:nvSpPr>
        <p:spPr>
          <a:xfrm>
            <a:off x="3048886" y="3244334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</a:rPr>
              <a:t>Timeline showing Japan history, broadly… and then also charting USA establishment for context.</a:t>
            </a:r>
          </a:p>
          <a:p>
            <a:endParaRPr lang="en-US" dirty="0">
              <a:latin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-a cool visual?  Showing the evolution of (whatever)</a:t>
            </a:r>
          </a:p>
        </p:txBody>
      </p:sp>
    </p:spTree>
    <p:extLst>
      <p:ext uri="{BB962C8B-B14F-4D97-AF65-F5344CB8AC3E}">
        <p14:creationId xmlns:p14="http://schemas.microsoft.com/office/powerpoint/2010/main" val="307411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1196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Hohl</dc:creator>
  <cp:lastModifiedBy>Brian Hohl</cp:lastModifiedBy>
  <cp:revision>1</cp:revision>
  <dcterms:created xsi:type="dcterms:W3CDTF">2024-02-06T17:20:32Z</dcterms:created>
  <dcterms:modified xsi:type="dcterms:W3CDTF">2024-02-23T19:15:08Z</dcterms:modified>
</cp:coreProperties>
</file>