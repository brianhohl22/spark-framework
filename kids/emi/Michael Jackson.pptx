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B00"/>
    <a:srgbClr val="E6AF00"/>
    <a:srgbClr val="CC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680682-487D-44D5-A971-F8B336F55A5C}" v="194" dt="2024-04-10T03:19:45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Hohl" userId="757b1534c68434be" providerId="LiveId" clId="{EE680682-487D-44D5-A971-F8B336F55A5C}"/>
    <pc:docChg chg="undo custSel addSld modSld sldOrd">
      <pc:chgData name="Brian Hohl" userId="757b1534c68434be" providerId="LiveId" clId="{EE680682-487D-44D5-A971-F8B336F55A5C}" dt="2024-04-10T03:19:45.991" v="971"/>
      <pc:docMkLst>
        <pc:docMk/>
      </pc:docMkLst>
      <pc:sldChg chg="addSp delSp modSp mod">
        <pc:chgData name="Brian Hohl" userId="757b1534c68434be" providerId="LiveId" clId="{EE680682-487D-44D5-A971-F8B336F55A5C}" dt="2024-04-10T03:18:58.378" v="967" actId="478"/>
        <pc:sldMkLst>
          <pc:docMk/>
          <pc:sldMk cId="1708000969" sldId="256"/>
        </pc:sldMkLst>
        <pc:spChg chg="mod">
          <ac:chgData name="Brian Hohl" userId="757b1534c68434be" providerId="LiveId" clId="{EE680682-487D-44D5-A971-F8B336F55A5C}" dt="2024-04-10T02:55:06.292" v="816" actId="1076"/>
          <ac:spMkLst>
            <pc:docMk/>
            <pc:sldMk cId="1708000969" sldId="256"/>
            <ac:spMk id="5" creationId="{C345D34D-4572-4590-EA3D-EC2F8CF3994F}"/>
          </ac:spMkLst>
        </pc:spChg>
        <pc:spChg chg="mod">
          <ac:chgData name="Brian Hohl" userId="757b1534c68434be" providerId="LiveId" clId="{EE680682-487D-44D5-A971-F8B336F55A5C}" dt="2024-04-10T03:17:29.095" v="952" actId="20577"/>
          <ac:spMkLst>
            <pc:docMk/>
            <pc:sldMk cId="1708000969" sldId="256"/>
            <ac:spMk id="7" creationId="{DB26AAD6-3138-2AB6-5567-A6F220A3EF22}"/>
          </ac:spMkLst>
        </pc:spChg>
        <pc:spChg chg="mod">
          <ac:chgData name="Brian Hohl" userId="757b1534c68434be" providerId="LiveId" clId="{EE680682-487D-44D5-A971-F8B336F55A5C}" dt="2024-04-10T03:07:38.158" v="920" actId="1076"/>
          <ac:spMkLst>
            <pc:docMk/>
            <pc:sldMk cId="1708000969" sldId="256"/>
            <ac:spMk id="8" creationId="{A390DF8D-3B2C-F350-0571-EBEBBF730A12}"/>
          </ac:spMkLst>
        </pc:spChg>
        <pc:spChg chg="del mod">
          <ac:chgData name="Brian Hohl" userId="757b1534c68434be" providerId="LiveId" clId="{EE680682-487D-44D5-A971-F8B336F55A5C}" dt="2024-04-10T03:16:56.564" v="948" actId="478"/>
          <ac:spMkLst>
            <pc:docMk/>
            <pc:sldMk cId="1708000969" sldId="256"/>
            <ac:spMk id="9" creationId="{CBF3FAA2-B4BA-4A30-FCE8-EA1064F42747}"/>
          </ac:spMkLst>
        </pc:spChg>
        <pc:spChg chg="add mod">
          <ac:chgData name="Brian Hohl" userId="757b1534c68434be" providerId="LiveId" clId="{EE680682-487D-44D5-A971-F8B336F55A5C}" dt="2024-04-10T02:57:49.513" v="908" actId="1076"/>
          <ac:spMkLst>
            <pc:docMk/>
            <pc:sldMk cId="1708000969" sldId="256"/>
            <ac:spMk id="10" creationId="{5322DC77-ECA3-AAE6-A07D-A8AFF6C8DE64}"/>
          </ac:spMkLst>
        </pc:spChg>
        <pc:spChg chg="add del">
          <ac:chgData name="Brian Hohl" userId="757b1534c68434be" providerId="LiveId" clId="{EE680682-487D-44D5-A971-F8B336F55A5C}" dt="2024-04-10T02:14:44.664" v="260" actId="478"/>
          <ac:spMkLst>
            <pc:docMk/>
            <pc:sldMk cId="1708000969" sldId="256"/>
            <ac:spMk id="12" creationId="{432D5B20-5BB9-C45B-7072-A90F4D709AF1}"/>
          </ac:spMkLst>
        </pc:spChg>
        <pc:spChg chg="add mod">
          <ac:chgData name="Brian Hohl" userId="757b1534c68434be" providerId="LiveId" clId="{EE680682-487D-44D5-A971-F8B336F55A5C}" dt="2024-04-10T03:16:46.679" v="947" actId="20577"/>
          <ac:spMkLst>
            <pc:docMk/>
            <pc:sldMk cId="1708000969" sldId="256"/>
            <ac:spMk id="13" creationId="{E15A14F8-FC5B-BADC-D247-C3343BB4EADE}"/>
          </ac:spMkLst>
        </pc:spChg>
        <pc:spChg chg="add mod">
          <ac:chgData name="Brian Hohl" userId="757b1534c68434be" providerId="LiveId" clId="{EE680682-487D-44D5-A971-F8B336F55A5C}" dt="2024-04-10T02:25:23.218" v="483" actId="571"/>
          <ac:spMkLst>
            <pc:docMk/>
            <pc:sldMk cId="1708000969" sldId="256"/>
            <ac:spMk id="14" creationId="{7A139955-781F-34B4-48FB-75D4C1620CDE}"/>
          </ac:spMkLst>
        </pc:spChg>
        <pc:spChg chg="add del mod ord">
          <ac:chgData name="Brian Hohl" userId="757b1534c68434be" providerId="LiveId" clId="{EE680682-487D-44D5-A971-F8B336F55A5C}" dt="2024-04-10T03:17:00.358" v="949" actId="478"/>
          <ac:spMkLst>
            <pc:docMk/>
            <pc:sldMk cId="1708000969" sldId="256"/>
            <ac:spMk id="16" creationId="{82A1B01C-98E4-46B9-B465-03061D30EBD3}"/>
          </ac:spMkLst>
        </pc:spChg>
        <pc:spChg chg="add mod">
          <ac:chgData name="Brian Hohl" userId="757b1534c68434be" providerId="LiveId" clId="{EE680682-487D-44D5-A971-F8B336F55A5C}" dt="2024-04-10T03:17:05.757" v="950" actId="207"/>
          <ac:spMkLst>
            <pc:docMk/>
            <pc:sldMk cId="1708000969" sldId="256"/>
            <ac:spMk id="18" creationId="{938D3EDE-C505-2659-688F-F06E9FB28968}"/>
          </ac:spMkLst>
        </pc:spChg>
        <pc:spChg chg="add mod">
          <ac:chgData name="Brian Hohl" userId="757b1534c68434be" providerId="LiveId" clId="{EE680682-487D-44D5-A971-F8B336F55A5C}" dt="2024-04-10T03:09:25.119" v="923" actId="20577"/>
          <ac:spMkLst>
            <pc:docMk/>
            <pc:sldMk cId="1708000969" sldId="256"/>
            <ac:spMk id="19" creationId="{45530057-E074-9162-48CE-810972161F3B}"/>
          </ac:spMkLst>
        </pc:spChg>
        <pc:spChg chg="add mod">
          <ac:chgData name="Brian Hohl" userId="757b1534c68434be" providerId="LiveId" clId="{EE680682-487D-44D5-A971-F8B336F55A5C}" dt="2024-04-10T03:07:47.960" v="921" actId="1076"/>
          <ac:spMkLst>
            <pc:docMk/>
            <pc:sldMk cId="1708000969" sldId="256"/>
            <ac:spMk id="20" creationId="{F410C16B-3CBA-F2C1-A8CD-784471DE515C}"/>
          </ac:spMkLst>
        </pc:spChg>
        <pc:spChg chg="add mod">
          <ac:chgData name="Brian Hohl" userId="757b1534c68434be" providerId="LiveId" clId="{EE680682-487D-44D5-A971-F8B336F55A5C}" dt="2024-04-10T02:48:38.806" v="755" actId="571"/>
          <ac:spMkLst>
            <pc:docMk/>
            <pc:sldMk cId="1708000969" sldId="256"/>
            <ac:spMk id="21" creationId="{BDA55F7F-9B04-FF91-2ACD-7027ECC83B10}"/>
          </ac:spMkLst>
        </pc:spChg>
        <pc:spChg chg="add mod">
          <ac:chgData name="Brian Hohl" userId="757b1534c68434be" providerId="LiveId" clId="{EE680682-487D-44D5-A971-F8B336F55A5C}" dt="2024-04-10T03:17:49.939" v="960" actId="1076"/>
          <ac:spMkLst>
            <pc:docMk/>
            <pc:sldMk cId="1708000969" sldId="256"/>
            <ac:spMk id="23" creationId="{F30B65E2-758F-830F-144A-091678F62D80}"/>
          </ac:spMkLst>
        </pc:spChg>
        <pc:spChg chg="add del mod ord">
          <ac:chgData name="Brian Hohl" userId="757b1534c68434be" providerId="LiveId" clId="{EE680682-487D-44D5-A971-F8B336F55A5C}" dt="2024-04-10T03:18:58.378" v="967" actId="478"/>
          <ac:spMkLst>
            <pc:docMk/>
            <pc:sldMk cId="1708000969" sldId="256"/>
            <ac:spMk id="24" creationId="{202DB27C-A8FF-C5E8-6EC3-1E622EF0E05E}"/>
          </ac:spMkLst>
        </pc:spChg>
        <pc:picChg chg="add del mod">
          <ac:chgData name="Brian Hohl" userId="757b1534c68434be" providerId="LiveId" clId="{EE680682-487D-44D5-A971-F8B336F55A5C}" dt="2024-04-10T02:13:30.053" v="253" actId="478"/>
          <ac:picMkLst>
            <pc:docMk/>
            <pc:sldMk cId="1708000969" sldId="256"/>
            <ac:picMk id="11" creationId="{747D3669-0E58-5412-12DC-0C6342A522AE}"/>
          </ac:picMkLst>
        </pc:picChg>
        <pc:picChg chg="add mod">
          <ac:chgData name="Brian Hohl" userId="757b1534c68434be" providerId="LiveId" clId="{EE680682-487D-44D5-A971-F8B336F55A5C}" dt="2024-04-10T02:25:23.218" v="483" actId="571"/>
          <ac:picMkLst>
            <pc:docMk/>
            <pc:sldMk cId="1708000969" sldId="256"/>
            <ac:picMk id="15" creationId="{BEE3D23E-4916-AD52-ECB3-EA5E2630AEE0}"/>
          </ac:picMkLst>
        </pc:picChg>
        <pc:picChg chg="add mod">
          <ac:chgData name="Brian Hohl" userId="757b1534c68434be" providerId="LiveId" clId="{EE680682-487D-44D5-A971-F8B336F55A5C}" dt="2024-04-10T02:48:38.806" v="755" actId="571"/>
          <ac:picMkLst>
            <pc:docMk/>
            <pc:sldMk cId="1708000969" sldId="256"/>
            <ac:picMk id="22" creationId="{0FBF5B2B-9FF6-B904-48FD-49677599BC27}"/>
          </ac:picMkLst>
        </pc:picChg>
        <pc:picChg chg="mod">
          <ac:chgData name="Brian Hohl" userId="757b1534c68434be" providerId="LiveId" clId="{EE680682-487D-44D5-A971-F8B336F55A5C}" dt="2024-04-10T02:49:25.086" v="775" actId="1076"/>
          <ac:picMkLst>
            <pc:docMk/>
            <pc:sldMk cId="1708000969" sldId="256"/>
            <ac:picMk id="1026" creationId="{0C3D27EB-50CA-FECB-6498-7A9E298C9471}"/>
          </ac:picMkLst>
        </pc:picChg>
        <pc:picChg chg="mod">
          <ac:chgData name="Brian Hohl" userId="757b1534c68434be" providerId="LiveId" clId="{EE680682-487D-44D5-A971-F8B336F55A5C}" dt="2024-04-10T02:49:26.495" v="776" actId="1076"/>
          <ac:picMkLst>
            <pc:docMk/>
            <pc:sldMk cId="1708000969" sldId="256"/>
            <ac:picMk id="1028" creationId="{89EB396F-3235-EB17-31C5-85AED79C8A96}"/>
          </ac:picMkLst>
        </pc:picChg>
        <pc:picChg chg="mod">
          <ac:chgData name="Brian Hohl" userId="757b1534c68434be" providerId="LiveId" clId="{EE680682-487D-44D5-A971-F8B336F55A5C}" dt="2024-04-10T02:48:59.059" v="759" actId="1076"/>
          <ac:picMkLst>
            <pc:docMk/>
            <pc:sldMk cId="1708000969" sldId="256"/>
            <ac:picMk id="1030" creationId="{09576842-AAF0-2B8A-E90C-D60614BC5873}"/>
          </ac:picMkLst>
        </pc:picChg>
        <pc:picChg chg="add del mod">
          <ac:chgData name="Brian Hohl" userId="757b1534c68434be" providerId="LiveId" clId="{EE680682-487D-44D5-A971-F8B336F55A5C}" dt="2024-04-10T02:43:54.941" v="610" actId="1076"/>
          <ac:picMkLst>
            <pc:docMk/>
            <pc:sldMk cId="1708000969" sldId="256"/>
            <ac:picMk id="1032" creationId="{37147A63-2D26-401B-B220-519BD4D31C43}"/>
          </ac:picMkLst>
        </pc:picChg>
        <pc:picChg chg="add mod">
          <ac:chgData name="Brian Hohl" userId="757b1534c68434be" providerId="LiveId" clId="{EE680682-487D-44D5-A971-F8B336F55A5C}" dt="2024-04-10T03:07:53.951" v="922" actId="1076"/>
          <ac:picMkLst>
            <pc:docMk/>
            <pc:sldMk cId="1708000969" sldId="256"/>
            <ac:picMk id="1034" creationId="{374A643B-B944-50CD-9358-15BBE7D588DA}"/>
          </ac:picMkLst>
        </pc:picChg>
        <pc:picChg chg="add mod">
          <ac:chgData name="Brian Hohl" userId="757b1534c68434be" providerId="LiveId" clId="{EE680682-487D-44D5-A971-F8B336F55A5C}" dt="2024-04-10T02:44:26.908" v="619" actId="1076"/>
          <ac:picMkLst>
            <pc:docMk/>
            <pc:sldMk cId="1708000969" sldId="256"/>
            <ac:picMk id="1038" creationId="{26F4E736-92CE-FE76-2043-E24447A1EB98}"/>
          </ac:picMkLst>
        </pc:picChg>
        <pc:picChg chg="add del">
          <ac:chgData name="Brian Hohl" userId="757b1534c68434be" providerId="LiveId" clId="{EE680682-487D-44D5-A971-F8B336F55A5C}" dt="2024-04-10T02:23:29.695" v="463" actId="478"/>
          <ac:picMkLst>
            <pc:docMk/>
            <pc:sldMk cId="1708000969" sldId="256"/>
            <ac:picMk id="1040" creationId="{1CCF8E9D-CBAD-7E7D-83A8-1BF8A198F0E5}"/>
          </ac:picMkLst>
        </pc:picChg>
        <pc:picChg chg="add mod">
          <ac:chgData name="Brian Hohl" userId="757b1534c68434be" providerId="LiveId" clId="{EE680682-487D-44D5-A971-F8B336F55A5C}" dt="2024-04-10T03:07:47.960" v="921" actId="1076"/>
          <ac:picMkLst>
            <pc:docMk/>
            <pc:sldMk cId="1708000969" sldId="256"/>
            <ac:picMk id="1042" creationId="{DC65CC3C-8DE6-45C9-78BE-82281EFF2D64}"/>
          </ac:picMkLst>
        </pc:picChg>
        <pc:picChg chg="add mod">
          <ac:chgData name="Brian Hohl" userId="757b1534c68434be" providerId="LiveId" clId="{EE680682-487D-44D5-A971-F8B336F55A5C}" dt="2024-04-10T03:07:47.960" v="921" actId="1076"/>
          <ac:picMkLst>
            <pc:docMk/>
            <pc:sldMk cId="1708000969" sldId="256"/>
            <ac:picMk id="1044" creationId="{42D6DE9F-F808-9C18-9D58-63EB9D015CC1}"/>
          </ac:picMkLst>
        </pc:picChg>
        <pc:picChg chg="add del mod">
          <ac:chgData name="Brian Hohl" userId="757b1534c68434be" providerId="LiveId" clId="{EE680682-487D-44D5-A971-F8B336F55A5C}" dt="2024-04-10T03:09:54.637" v="924" actId="21"/>
          <ac:picMkLst>
            <pc:docMk/>
            <pc:sldMk cId="1708000969" sldId="256"/>
            <ac:picMk id="1046" creationId="{C8B42D8E-2E8C-481A-6507-77B580CB8A05}"/>
          </ac:picMkLst>
        </pc:picChg>
        <pc:picChg chg="add mod">
          <ac:chgData name="Brian Hohl" userId="757b1534c68434be" providerId="LiveId" clId="{EE680682-487D-44D5-A971-F8B336F55A5C}" dt="2024-04-10T02:58:02.446" v="910" actId="1076"/>
          <ac:picMkLst>
            <pc:docMk/>
            <pc:sldMk cId="1708000969" sldId="256"/>
            <ac:picMk id="1048" creationId="{7FA41469-AE59-41B7-970D-320924DEA9AC}"/>
          </ac:picMkLst>
        </pc:picChg>
      </pc:sldChg>
      <pc:sldChg chg="addSp delSp modSp new mod">
        <pc:chgData name="Brian Hohl" userId="757b1534c68434be" providerId="LiveId" clId="{EE680682-487D-44D5-A971-F8B336F55A5C}" dt="2024-04-10T03:13:47.188" v="944" actId="1076"/>
        <pc:sldMkLst>
          <pc:docMk/>
          <pc:sldMk cId="2685032905" sldId="257"/>
        </pc:sldMkLst>
        <pc:spChg chg="del">
          <ac:chgData name="Brian Hohl" userId="757b1534c68434be" providerId="LiveId" clId="{EE680682-487D-44D5-A971-F8B336F55A5C}" dt="2024-04-10T03:10:04.612" v="926" actId="478"/>
          <ac:spMkLst>
            <pc:docMk/>
            <pc:sldMk cId="2685032905" sldId="257"/>
            <ac:spMk id="2" creationId="{47E44AE8-1ACC-E990-2615-01DC41F0FCEA}"/>
          </ac:spMkLst>
        </pc:spChg>
        <pc:spChg chg="del">
          <ac:chgData name="Brian Hohl" userId="757b1534c68434be" providerId="LiveId" clId="{EE680682-487D-44D5-A971-F8B336F55A5C}" dt="2024-04-10T03:10:04.612" v="926" actId="478"/>
          <ac:spMkLst>
            <pc:docMk/>
            <pc:sldMk cId="2685032905" sldId="257"/>
            <ac:spMk id="3" creationId="{828E2A57-9F3E-31DD-715D-7E7FD1AAFDDF}"/>
          </ac:spMkLst>
        </pc:spChg>
        <pc:picChg chg="add mod">
          <ac:chgData name="Brian Hohl" userId="757b1534c68434be" providerId="LiveId" clId="{EE680682-487D-44D5-A971-F8B336F55A5C}" dt="2024-04-10T03:10:18.325" v="929"/>
          <ac:picMkLst>
            <pc:docMk/>
            <pc:sldMk cId="2685032905" sldId="257"/>
            <ac:picMk id="4" creationId="{406AA624-AC06-0318-943E-6A2F031CF8B7}"/>
          </ac:picMkLst>
        </pc:picChg>
        <pc:picChg chg="add del mod">
          <ac:chgData name="Brian Hohl" userId="757b1534c68434be" providerId="LiveId" clId="{EE680682-487D-44D5-A971-F8B336F55A5C}" dt="2024-04-10T03:10:08.286" v="928" actId="478"/>
          <ac:picMkLst>
            <pc:docMk/>
            <pc:sldMk cId="2685032905" sldId="257"/>
            <ac:picMk id="1046" creationId="{C8B42D8E-2E8C-481A-6507-77B580CB8A05}"/>
          </ac:picMkLst>
        </pc:picChg>
        <pc:picChg chg="add mod">
          <ac:chgData name="Brian Hohl" userId="757b1534c68434be" providerId="LiveId" clId="{EE680682-487D-44D5-A971-F8B336F55A5C}" dt="2024-04-10T03:11:38.192" v="934" actId="1076"/>
          <ac:picMkLst>
            <pc:docMk/>
            <pc:sldMk cId="2685032905" sldId="257"/>
            <ac:picMk id="3074" creationId="{5D2DF01F-8A8F-42EF-263A-94921269EB5C}"/>
          </ac:picMkLst>
        </pc:picChg>
        <pc:picChg chg="add mod">
          <ac:chgData name="Brian Hohl" userId="757b1534c68434be" providerId="LiveId" clId="{EE680682-487D-44D5-A971-F8B336F55A5C}" dt="2024-04-10T03:11:38.192" v="934" actId="1076"/>
          <ac:picMkLst>
            <pc:docMk/>
            <pc:sldMk cId="2685032905" sldId="257"/>
            <ac:picMk id="3076" creationId="{1B50E185-5B28-8084-46B3-8BCC6DDEEFF6}"/>
          </ac:picMkLst>
        </pc:picChg>
        <pc:picChg chg="add mod">
          <ac:chgData name="Brian Hohl" userId="757b1534c68434be" providerId="LiveId" clId="{EE680682-487D-44D5-A971-F8B336F55A5C}" dt="2024-04-10T03:11:51.403" v="936" actId="1076"/>
          <ac:picMkLst>
            <pc:docMk/>
            <pc:sldMk cId="2685032905" sldId="257"/>
            <ac:picMk id="3078" creationId="{D8CE3162-6CA6-0B05-ADDA-401FAB2D1871}"/>
          </ac:picMkLst>
        </pc:picChg>
        <pc:picChg chg="add mod">
          <ac:chgData name="Brian Hohl" userId="757b1534c68434be" providerId="LiveId" clId="{EE680682-487D-44D5-A971-F8B336F55A5C}" dt="2024-04-10T03:13:41.438" v="941" actId="14100"/>
          <ac:picMkLst>
            <pc:docMk/>
            <pc:sldMk cId="2685032905" sldId="257"/>
            <ac:picMk id="3080" creationId="{D8DAE0F6-62DF-2D11-6253-DF6D37CF7EE9}"/>
          </ac:picMkLst>
        </pc:picChg>
        <pc:picChg chg="add mod">
          <ac:chgData name="Brian Hohl" userId="757b1534c68434be" providerId="LiveId" clId="{EE680682-487D-44D5-A971-F8B336F55A5C}" dt="2024-04-10T03:13:47.188" v="944" actId="1076"/>
          <ac:picMkLst>
            <pc:docMk/>
            <pc:sldMk cId="2685032905" sldId="257"/>
            <ac:picMk id="3082" creationId="{329517E4-C99E-60A2-10B7-718EF6104045}"/>
          </ac:picMkLst>
        </pc:picChg>
      </pc:sldChg>
      <pc:sldChg chg="addSp delSp modSp add mod ord">
        <pc:chgData name="Brian Hohl" userId="757b1534c68434be" providerId="LiveId" clId="{EE680682-487D-44D5-A971-F8B336F55A5C}" dt="2024-04-10T03:19:45.991" v="971"/>
        <pc:sldMkLst>
          <pc:docMk/>
          <pc:sldMk cId="2971891146" sldId="258"/>
        </pc:sldMkLst>
        <pc:spChg chg="add mod">
          <ac:chgData name="Brian Hohl" userId="757b1534c68434be" providerId="LiveId" clId="{EE680682-487D-44D5-A971-F8B336F55A5C}" dt="2024-04-10T03:19:45.991" v="971"/>
          <ac:spMkLst>
            <pc:docMk/>
            <pc:sldMk cId="2971891146" sldId="258"/>
            <ac:spMk id="2" creationId="{7E10E7D8-B182-6815-35C8-5456B6A124A3}"/>
          </ac:spMkLst>
        </pc:spChg>
        <pc:spChg chg="add mod">
          <ac:chgData name="Brian Hohl" userId="757b1534c68434be" providerId="LiveId" clId="{EE680682-487D-44D5-A971-F8B336F55A5C}" dt="2024-04-10T03:19:45.991" v="971"/>
          <ac:spMkLst>
            <pc:docMk/>
            <pc:sldMk cId="2971891146" sldId="258"/>
            <ac:spMk id="3" creationId="{0DD62C50-4435-7140-F14E-E5D495FE175B}"/>
          </ac:spMkLst>
        </pc:spChg>
        <pc:spChg chg="del">
          <ac:chgData name="Brian Hohl" userId="757b1534c68434be" providerId="LiveId" clId="{EE680682-487D-44D5-A971-F8B336F55A5C}" dt="2024-04-10T03:19:45.543" v="970" actId="478"/>
          <ac:spMkLst>
            <pc:docMk/>
            <pc:sldMk cId="2971891146" sldId="258"/>
            <ac:spMk id="13" creationId="{E15A14F8-FC5B-BADC-D247-C3343BB4EADE}"/>
          </ac:spMkLst>
        </pc:spChg>
        <pc:spChg chg="del">
          <ac:chgData name="Brian Hohl" userId="757b1534c68434be" providerId="LiveId" clId="{EE680682-487D-44D5-A971-F8B336F55A5C}" dt="2024-04-10T03:19:45.543" v="970" actId="478"/>
          <ac:spMkLst>
            <pc:docMk/>
            <pc:sldMk cId="2971891146" sldId="258"/>
            <ac:spMk id="23" creationId="{F30B65E2-758F-830F-144A-091678F62D80}"/>
          </ac:spMkLst>
        </pc:spChg>
      </pc:sldChg>
      <pc:sldChg chg="add">
        <pc:chgData name="Brian Hohl" userId="757b1534c68434be" providerId="LiveId" clId="{EE680682-487D-44D5-A971-F8B336F55A5C}" dt="2024-04-10T03:18:00.781" v="961"/>
        <pc:sldMkLst>
          <pc:docMk/>
          <pc:sldMk cId="181676293" sldId="259"/>
        </pc:sldMkLst>
      </pc:sldChg>
      <pc:sldChg chg="add">
        <pc:chgData name="Brian Hohl" userId="757b1534c68434be" providerId="LiveId" clId="{EE680682-487D-44D5-A971-F8B336F55A5C}" dt="2024-04-10T03:18:54.575" v="966"/>
        <pc:sldMkLst>
          <pc:docMk/>
          <pc:sldMk cId="3881846375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FA80-2B1A-86AB-CDDC-357129FEF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7DB15-4A2C-8C2C-7F1E-F2D9A3367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48D64-C56D-9B1D-5F64-3FFF529D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E83D2-3A0F-416A-E0E7-E0473E39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143B-BA8E-46A7-D477-9C07B44A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3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F76D-BA5B-860B-967F-7FA7ADFE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E3B7D-144F-9D95-772A-B802B7D4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8BF6-3168-663E-28B2-0F853BE1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92371-2F9C-3D8A-BF0F-C205AC9C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6DDF5-EE3F-6EC0-BAAC-766A166F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899A-71C3-C86F-F376-3ED791568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E03D2-4DC9-C788-273D-A0CF384A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D5D29-B115-DC7A-9A8E-9E377E87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8192-6D94-C014-E535-18BA074B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91161-61FF-8D1D-0FE6-54807420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5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5CCE-B5D3-CF31-839B-777BAEC5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37C4B-90DD-3105-52C5-B88B61D3F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616B7-A74D-7501-7449-63254CB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D43D5-4025-3CF9-F10A-EA6DD314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806E1-8FF9-E9AB-1F55-077E73FF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F75CE-7578-3270-A14F-A429680E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3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70A1-ABCF-418F-AB8A-BC5004FC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2446E-AAA4-CBCA-CDC6-F817DB79E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E35ED-4E73-F4FB-75E0-21F365E0D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D9FA9-EC8B-D0B0-A755-58F2397CC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94DFEC-75F5-F6F4-41FF-68C3DD0D4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C7AD4-4A93-1195-EC27-BF1F2414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C2222-9A76-B90B-9305-19423757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BAC58-548F-7D1C-30B0-90DB2F15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3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78C2-3B3F-3006-7864-431C25DB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6FB2-508A-94A7-7ACF-F72360A4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F1014-FBD2-2BA8-6D92-A78A85D7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17130-B80C-CC91-5176-D0FC4F567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5EA1B-DBD7-7F30-6C0D-16B26160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9305B-D1C8-ECC5-B1AF-231AA60D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15321-7DD2-6A6F-1323-B4D0864A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A37D-5C6D-07A5-BAA3-56B15EE0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CEB8A-4072-82E8-44BB-2CB140019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BD538-82C0-D143-D2B9-F8D0F69B1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0818A-6C9B-13E5-97A7-47E328BE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49DC6-0EC0-54D7-20FC-315A552E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67389-2361-BD81-95AB-5AA489C0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49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4304-30E0-7A08-D74A-662785BC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84D46-9E6B-AF64-9DB0-9B301ED62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1C373-A6DC-1494-80CD-E6D2F9C92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7E99D-57A0-1666-0D07-E31E648C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97BAE-B931-3E2A-2707-68BEF832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C9459-96E6-CA93-4B5A-E1F98A03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52A1-E9A3-ECAD-2023-E13925D4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3535E-DDC7-2C1C-66DB-214A0C500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1EBE0-8269-7EED-E946-BEC27FE3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95CBF-6496-F3D8-0A0A-0AD23BD9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A159E-38BE-8F07-D53D-97B6F7D5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1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EEF3C-33BC-B603-79C0-0A4B31F7E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23980-154C-851B-5806-9DC2BD3BE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231FC-B7BE-190B-F411-7A644DBE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49A21-AFD1-B741-FCD4-26F32752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0F324-666A-A089-9341-24A59BDA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8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F61A5-E4BA-EC25-44EF-166E067F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3275D-62C7-E456-D94B-998CE6AE8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DFA9-5CC2-2CBA-7CB7-B56BD288D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89382-A376-42D4-B6A1-D2D781D57AE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E959B-8B83-4568-B8AC-AD58F9316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BA110-9FBA-876C-A9BD-AD459DAB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82FB3-7F36-4A4F-A4EB-B38A3AC1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2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 descr="images">
            <a:extLst>
              <a:ext uri="{FF2B5EF4-FFF2-40B4-BE49-F238E27FC236}">
                <a16:creationId xmlns:a16="http://schemas.microsoft.com/office/drawing/2014/main" id="{26F4E736-92CE-FE76-2043-E24447A1E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053" y="224549"/>
            <a:ext cx="2219253" cy="312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5D34D-4572-4590-EA3D-EC2F8CF3994F}"/>
              </a:ext>
            </a:extLst>
          </p:cNvPr>
          <p:cNvSpPr txBox="1"/>
          <p:nvPr/>
        </p:nvSpPr>
        <p:spPr>
          <a:xfrm>
            <a:off x="8079007" y="5090770"/>
            <a:ext cx="1590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was a big Spiderman fan.  He tried to buy Marvel Comics!</a:t>
            </a:r>
            <a:endParaRPr lang="en-US" sz="1600" dirty="0"/>
          </a:p>
        </p:txBody>
      </p:sp>
      <p:pic>
        <p:nvPicPr>
          <p:cNvPr id="1026" name="Picture 2" descr="preview.webp">
            <a:extLst>
              <a:ext uri="{FF2B5EF4-FFF2-40B4-BE49-F238E27FC236}">
                <a16:creationId xmlns:a16="http://schemas.microsoft.com/office/drawing/2014/main" id="{0C3D27EB-50CA-FECB-6498-7A9E298C9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515" y="5142782"/>
            <a:ext cx="2313997" cy="127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view.webp">
            <a:extLst>
              <a:ext uri="{FF2B5EF4-FFF2-40B4-BE49-F238E27FC236}">
                <a16:creationId xmlns:a16="http://schemas.microsoft.com/office/drawing/2014/main" id="{89EB396F-3235-EB17-31C5-85AED79C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583" y="3347941"/>
            <a:ext cx="2194054" cy="13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6AAD6-3138-2AB6-5567-A6F220A3EF22}"/>
              </a:ext>
            </a:extLst>
          </p:cNvPr>
          <p:cNvSpPr txBox="1"/>
          <p:nvPr/>
        </p:nvSpPr>
        <p:spPr>
          <a:xfrm>
            <a:off x="8181070" y="3379397"/>
            <a:ext cx="13868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</a:rPr>
              <a:t>Jackson once had a pet chimpanzee called Bubbles.</a:t>
            </a:r>
          </a:p>
        </p:txBody>
      </p:sp>
      <p:pic>
        <p:nvPicPr>
          <p:cNvPr id="1030" name="Picture 6" descr="images">
            <a:extLst>
              <a:ext uri="{FF2B5EF4-FFF2-40B4-BE49-F238E27FC236}">
                <a16:creationId xmlns:a16="http://schemas.microsoft.com/office/drawing/2014/main" id="{09576842-AAF0-2B8A-E90C-D60614BC5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574" y="1140329"/>
            <a:ext cx="2064054" cy="152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0DF8D-3B2C-F350-0571-EBEBBF730A12}"/>
              </a:ext>
            </a:extLst>
          </p:cNvPr>
          <p:cNvSpPr txBox="1"/>
          <p:nvPr/>
        </p:nvSpPr>
        <p:spPr>
          <a:xfrm>
            <a:off x="9628571" y="220310"/>
            <a:ext cx="2443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first sang in public when he was 5 years old (in 1963)!</a:t>
            </a:r>
            <a:endParaRPr lang="en-US" sz="1600" dirty="0"/>
          </a:p>
        </p:txBody>
      </p:sp>
      <p:pic>
        <p:nvPicPr>
          <p:cNvPr id="1032" name="Picture 8" descr="The Day Michael Jackson Was Crowned King of an Ivory Coast Village">
            <a:extLst>
              <a:ext uri="{FF2B5EF4-FFF2-40B4-BE49-F238E27FC236}">
                <a16:creationId xmlns:a16="http://schemas.microsoft.com/office/drawing/2014/main" id="{37147A63-2D26-401B-B220-519BD4D3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58" y="660989"/>
            <a:ext cx="2036706" cy="203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22DC77-ECA3-AAE6-A07D-A8AFF6C8DE64}"/>
              </a:ext>
            </a:extLst>
          </p:cNvPr>
          <p:cNvSpPr txBox="1"/>
          <p:nvPr/>
        </p:nvSpPr>
        <p:spPr>
          <a:xfrm>
            <a:off x="5627781" y="3054171"/>
            <a:ext cx="24474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helped many people.  He got awards from two presidents for all of his help!</a:t>
            </a:r>
            <a:endParaRPr lang="en-US" sz="1600" dirty="0"/>
          </a:p>
        </p:txBody>
      </p:sp>
      <p:pic>
        <p:nvPicPr>
          <p:cNvPr id="1034" name="Picture 10" descr="Achievements/Awards - Michael Jackson">
            <a:extLst>
              <a:ext uri="{FF2B5EF4-FFF2-40B4-BE49-F238E27FC236}">
                <a16:creationId xmlns:a16="http://schemas.microsoft.com/office/drawing/2014/main" id="{374A643B-B944-50CD-9358-15BBE7D58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047" y="4188688"/>
            <a:ext cx="1916924" cy="180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5A14F8-FC5B-BADC-D247-C3343BB4EADE}"/>
              </a:ext>
            </a:extLst>
          </p:cNvPr>
          <p:cNvSpPr txBox="1"/>
          <p:nvPr/>
        </p:nvSpPr>
        <p:spPr>
          <a:xfrm>
            <a:off x="6990400" y="523017"/>
            <a:ext cx="25581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was the “King of Pop.”  He won many awards, and he was so popular!  But, he also really was a king (of a small village in Africa where his ancestors lived)!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8D3EDE-C505-2659-688F-F06E9FB28968}"/>
              </a:ext>
            </a:extLst>
          </p:cNvPr>
          <p:cNvSpPr txBox="1"/>
          <p:nvPr/>
        </p:nvSpPr>
        <p:spPr>
          <a:xfrm>
            <a:off x="350820" y="493583"/>
            <a:ext cx="19132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UI" panose="020B0502040204020203" pitchFamily="34" charset="0"/>
              </a:rPr>
              <a:t>Michael Jackson </a:t>
            </a:r>
            <a:r>
              <a:rPr lang="en-US" dirty="0">
                <a:latin typeface="Segoe UI" panose="020B0502040204020203" pitchFamily="34" charset="0"/>
              </a:rPr>
              <a:t>was an amazing singer and dancer, loved his family, and he helped a lot of people!  He also liked to have fun, just like us! </a:t>
            </a:r>
            <a:endParaRPr lang="en-US" dirty="0"/>
          </a:p>
        </p:txBody>
      </p:sp>
      <p:pic>
        <p:nvPicPr>
          <p:cNvPr id="1042" name="Picture 18" descr="Meet Michael Jackson's secret half-sister, Joh'Vonnie: she ...">
            <a:extLst>
              <a:ext uri="{FF2B5EF4-FFF2-40B4-BE49-F238E27FC236}">
                <a16:creationId xmlns:a16="http://schemas.microsoft.com/office/drawing/2014/main" id="{DC65CC3C-8DE6-45C9-78BE-82281EFF2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879" y="3813194"/>
            <a:ext cx="1440519" cy="135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8,063 Michael Jackson Children Stock Photos, High-Res ...">
            <a:extLst>
              <a:ext uri="{FF2B5EF4-FFF2-40B4-BE49-F238E27FC236}">
                <a16:creationId xmlns:a16="http://schemas.microsoft.com/office/drawing/2014/main" id="{42D6DE9F-F808-9C18-9D58-63EB9D01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3" y="5168976"/>
            <a:ext cx="1440519" cy="13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530057-E074-9162-48CE-810972161F3B}"/>
              </a:ext>
            </a:extLst>
          </p:cNvPr>
          <p:cNvSpPr txBox="1"/>
          <p:nvPr/>
        </p:nvSpPr>
        <p:spPr>
          <a:xfrm>
            <a:off x="2444157" y="4099115"/>
            <a:ext cx="1666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had 9 brothers and sisters.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0C16B-3CBA-F2C1-A8CD-784471DE515C}"/>
              </a:ext>
            </a:extLst>
          </p:cNvPr>
          <p:cNvSpPr txBox="1"/>
          <p:nvPr/>
        </p:nvSpPr>
        <p:spPr>
          <a:xfrm>
            <a:off x="3851879" y="5612236"/>
            <a:ext cx="1666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had 4 kids!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B65E2-758F-830F-144A-091678F62D80}"/>
              </a:ext>
            </a:extLst>
          </p:cNvPr>
          <p:cNvSpPr txBox="1"/>
          <p:nvPr/>
        </p:nvSpPr>
        <p:spPr>
          <a:xfrm>
            <a:off x="421502" y="5523904"/>
            <a:ext cx="16521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Jackson invented a famous dance – the Moonwalk!</a:t>
            </a:r>
            <a:endParaRPr lang="en-US" sz="1600" dirty="0"/>
          </a:p>
        </p:txBody>
      </p:sp>
      <p:pic>
        <p:nvPicPr>
          <p:cNvPr id="1048" name="Picture 24" descr="Michael Jackson's Moonwalk Compilation">
            <a:extLst>
              <a:ext uri="{FF2B5EF4-FFF2-40B4-BE49-F238E27FC236}">
                <a16:creationId xmlns:a16="http://schemas.microsoft.com/office/drawing/2014/main" id="{7FA41469-AE59-41B7-970D-320924DEA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1" r="32458"/>
          <a:stretch/>
        </p:blipFill>
        <p:spPr bwMode="auto">
          <a:xfrm>
            <a:off x="581381" y="3755231"/>
            <a:ext cx="1215664" cy="175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00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02DB27C-A8FF-C5E8-6EC3-1E622EF0E05E}"/>
              </a:ext>
            </a:extLst>
          </p:cNvPr>
          <p:cNvSpPr txBox="1"/>
          <p:nvPr/>
        </p:nvSpPr>
        <p:spPr>
          <a:xfrm>
            <a:off x="242047" y="132049"/>
            <a:ext cx="4307491" cy="3337560"/>
          </a:xfrm>
          <a:prstGeom prst="rect">
            <a:avLst/>
          </a:prstGeom>
          <a:solidFill>
            <a:srgbClr val="CC9B00"/>
          </a:solidFill>
        </p:spPr>
        <p:txBody>
          <a:bodyPr wrap="square">
            <a:no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38" name="Picture 14" descr="images">
            <a:extLst>
              <a:ext uri="{FF2B5EF4-FFF2-40B4-BE49-F238E27FC236}">
                <a16:creationId xmlns:a16="http://schemas.microsoft.com/office/drawing/2014/main" id="{26F4E736-92CE-FE76-2043-E24447A1E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053" y="224549"/>
            <a:ext cx="2219253" cy="312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5D34D-4572-4590-EA3D-EC2F8CF3994F}"/>
              </a:ext>
            </a:extLst>
          </p:cNvPr>
          <p:cNvSpPr txBox="1"/>
          <p:nvPr/>
        </p:nvSpPr>
        <p:spPr>
          <a:xfrm>
            <a:off x="8079007" y="5090770"/>
            <a:ext cx="1590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was a big Spiderman fan.  He tried to buy Marvel Comics!</a:t>
            </a:r>
            <a:endParaRPr lang="en-US" sz="1600" dirty="0"/>
          </a:p>
        </p:txBody>
      </p:sp>
      <p:pic>
        <p:nvPicPr>
          <p:cNvPr id="1026" name="Picture 2" descr="preview.webp">
            <a:extLst>
              <a:ext uri="{FF2B5EF4-FFF2-40B4-BE49-F238E27FC236}">
                <a16:creationId xmlns:a16="http://schemas.microsoft.com/office/drawing/2014/main" id="{0C3D27EB-50CA-FECB-6498-7A9E298C9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515" y="5142782"/>
            <a:ext cx="2313997" cy="127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view.webp">
            <a:extLst>
              <a:ext uri="{FF2B5EF4-FFF2-40B4-BE49-F238E27FC236}">
                <a16:creationId xmlns:a16="http://schemas.microsoft.com/office/drawing/2014/main" id="{89EB396F-3235-EB17-31C5-85AED79C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583" y="3347941"/>
            <a:ext cx="2194054" cy="13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6AAD6-3138-2AB6-5567-A6F220A3EF22}"/>
              </a:ext>
            </a:extLst>
          </p:cNvPr>
          <p:cNvSpPr txBox="1"/>
          <p:nvPr/>
        </p:nvSpPr>
        <p:spPr>
          <a:xfrm>
            <a:off x="8181070" y="3379397"/>
            <a:ext cx="13868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</a:rPr>
              <a:t>Jackson once had a pet chimpanzee called Bubbles.</a:t>
            </a:r>
          </a:p>
        </p:txBody>
      </p:sp>
      <p:pic>
        <p:nvPicPr>
          <p:cNvPr id="1030" name="Picture 6" descr="images">
            <a:extLst>
              <a:ext uri="{FF2B5EF4-FFF2-40B4-BE49-F238E27FC236}">
                <a16:creationId xmlns:a16="http://schemas.microsoft.com/office/drawing/2014/main" id="{09576842-AAF0-2B8A-E90C-D60614BC5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574" y="1140329"/>
            <a:ext cx="2064054" cy="152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0DF8D-3B2C-F350-0571-EBEBBF730A12}"/>
              </a:ext>
            </a:extLst>
          </p:cNvPr>
          <p:cNvSpPr txBox="1"/>
          <p:nvPr/>
        </p:nvSpPr>
        <p:spPr>
          <a:xfrm>
            <a:off x="9628571" y="220310"/>
            <a:ext cx="2443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first sang in public when he was 5 years old (in 1963)!</a:t>
            </a:r>
            <a:endParaRPr lang="en-US" sz="1600" dirty="0"/>
          </a:p>
        </p:txBody>
      </p:sp>
      <p:pic>
        <p:nvPicPr>
          <p:cNvPr id="1032" name="Picture 8" descr="The Day Michael Jackson Was Crowned King of an Ivory Coast Village">
            <a:extLst>
              <a:ext uri="{FF2B5EF4-FFF2-40B4-BE49-F238E27FC236}">
                <a16:creationId xmlns:a16="http://schemas.microsoft.com/office/drawing/2014/main" id="{37147A63-2D26-401B-B220-519BD4D3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58" y="660989"/>
            <a:ext cx="2036706" cy="203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22DC77-ECA3-AAE6-A07D-A8AFF6C8DE64}"/>
              </a:ext>
            </a:extLst>
          </p:cNvPr>
          <p:cNvSpPr txBox="1"/>
          <p:nvPr/>
        </p:nvSpPr>
        <p:spPr>
          <a:xfrm>
            <a:off x="5627781" y="3054171"/>
            <a:ext cx="24474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helped many people.  He got awards from two presidents for all of his help!</a:t>
            </a:r>
            <a:endParaRPr lang="en-US" sz="1600" dirty="0"/>
          </a:p>
        </p:txBody>
      </p:sp>
      <p:pic>
        <p:nvPicPr>
          <p:cNvPr id="1034" name="Picture 10" descr="Achievements/Awards - Michael Jackson">
            <a:extLst>
              <a:ext uri="{FF2B5EF4-FFF2-40B4-BE49-F238E27FC236}">
                <a16:creationId xmlns:a16="http://schemas.microsoft.com/office/drawing/2014/main" id="{374A643B-B944-50CD-9358-15BBE7D58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047" y="4188688"/>
            <a:ext cx="1916924" cy="180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5A14F8-FC5B-BADC-D247-C3343BB4EADE}"/>
              </a:ext>
            </a:extLst>
          </p:cNvPr>
          <p:cNvSpPr txBox="1"/>
          <p:nvPr/>
        </p:nvSpPr>
        <p:spPr>
          <a:xfrm>
            <a:off x="6990400" y="523017"/>
            <a:ext cx="25581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was the “King of Pop.”  He won many awards, and he was so popular!  But, he also really was a king (of a small village in Africa where his ancestors lived)!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8D3EDE-C505-2659-688F-F06E9FB28968}"/>
              </a:ext>
            </a:extLst>
          </p:cNvPr>
          <p:cNvSpPr txBox="1"/>
          <p:nvPr/>
        </p:nvSpPr>
        <p:spPr>
          <a:xfrm>
            <a:off x="350820" y="493583"/>
            <a:ext cx="19132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UI" panose="020B0502040204020203" pitchFamily="34" charset="0"/>
              </a:rPr>
              <a:t>Michael Jackson </a:t>
            </a:r>
            <a:r>
              <a:rPr lang="en-US" dirty="0">
                <a:latin typeface="Segoe UI" panose="020B0502040204020203" pitchFamily="34" charset="0"/>
              </a:rPr>
              <a:t>was an amazing singer and dancer, loved his family, and he helped a lot of people!  He also liked to have fun, just like us! </a:t>
            </a:r>
            <a:endParaRPr lang="en-US" dirty="0"/>
          </a:p>
        </p:txBody>
      </p:sp>
      <p:pic>
        <p:nvPicPr>
          <p:cNvPr id="1042" name="Picture 18" descr="Meet Michael Jackson's secret half-sister, Joh'Vonnie: she ...">
            <a:extLst>
              <a:ext uri="{FF2B5EF4-FFF2-40B4-BE49-F238E27FC236}">
                <a16:creationId xmlns:a16="http://schemas.microsoft.com/office/drawing/2014/main" id="{DC65CC3C-8DE6-45C9-78BE-82281EFF2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879" y="3813194"/>
            <a:ext cx="1440519" cy="135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8,063 Michael Jackson Children Stock Photos, High-Res ...">
            <a:extLst>
              <a:ext uri="{FF2B5EF4-FFF2-40B4-BE49-F238E27FC236}">
                <a16:creationId xmlns:a16="http://schemas.microsoft.com/office/drawing/2014/main" id="{42D6DE9F-F808-9C18-9D58-63EB9D01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3" y="5168976"/>
            <a:ext cx="1440519" cy="13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530057-E074-9162-48CE-810972161F3B}"/>
              </a:ext>
            </a:extLst>
          </p:cNvPr>
          <p:cNvSpPr txBox="1"/>
          <p:nvPr/>
        </p:nvSpPr>
        <p:spPr>
          <a:xfrm>
            <a:off x="2444157" y="4099115"/>
            <a:ext cx="1666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had 9 brothers and sisters.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0C16B-3CBA-F2C1-A8CD-784471DE515C}"/>
              </a:ext>
            </a:extLst>
          </p:cNvPr>
          <p:cNvSpPr txBox="1"/>
          <p:nvPr/>
        </p:nvSpPr>
        <p:spPr>
          <a:xfrm>
            <a:off x="3851879" y="5612236"/>
            <a:ext cx="1666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had 4 kids!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B65E2-758F-830F-144A-091678F62D80}"/>
              </a:ext>
            </a:extLst>
          </p:cNvPr>
          <p:cNvSpPr txBox="1"/>
          <p:nvPr/>
        </p:nvSpPr>
        <p:spPr>
          <a:xfrm>
            <a:off x="421502" y="5523904"/>
            <a:ext cx="16521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Jackson invented a famous dance – the Moonwalk!</a:t>
            </a:r>
            <a:endParaRPr lang="en-US" sz="1600" dirty="0"/>
          </a:p>
        </p:txBody>
      </p:sp>
      <p:pic>
        <p:nvPicPr>
          <p:cNvPr id="1048" name="Picture 24" descr="Michael Jackson's Moonwalk Compilation">
            <a:extLst>
              <a:ext uri="{FF2B5EF4-FFF2-40B4-BE49-F238E27FC236}">
                <a16:creationId xmlns:a16="http://schemas.microsoft.com/office/drawing/2014/main" id="{7FA41469-AE59-41B7-970D-320924DEA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1" r="32458"/>
          <a:stretch/>
        </p:blipFill>
        <p:spPr bwMode="auto">
          <a:xfrm>
            <a:off x="581381" y="3755231"/>
            <a:ext cx="1215664" cy="175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84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A1B01C-98E4-46B9-B465-03061D30EBD3}"/>
              </a:ext>
            </a:extLst>
          </p:cNvPr>
          <p:cNvSpPr txBox="1"/>
          <p:nvPr/>
        </p:nvSpPr>
        <p:spPr>
          <a:xfrm>
            <a:off x="1364399" y="132049"/>
            <a:ext cx="3185139" cy="3337560"/>
          </a:xfrm>
          <a:prstGeom prst="rect">
            <a:avLst/>
          </a:prstGeom>
          <a:solidFill>
            <a:srgbClr val="CC9B00"/>
          </a:solidFill>
        </p:spPr>
        <p:txBody>
          <a:bodyPr wrap="square">
            <a:no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38" name="Picture 14" descr="images">
            <a:extLst>
              <a:ext uri="{FF2B5EF4-FFF2-40B4-BE49-F238E27FC236}">
                <a16:creationId xmlns:a16="http://schemas.microsoft.com/office/drawing/2014/main" id="{26F4E736-92CE-FE76-2043-E24447A1E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053" y="224549"/>
            <a:ext cx="2219253" cy="312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5D34D-4572-4590-EA3D-EC2F8CF3994F}"/>
              </a:ext>
            </a:extLst>
          </p:cNvPr>
          <p:cNvSpPr txBox="1"/>
          <p:nvPr/>
        </p:nvSpPr>
        <p:spPr>
          <a:xfrm>
            <a:off x="8079007" y="5090770"/>
            <a:ext cx="1590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was a big Spiderman fan.  He tried to buy Marvel Comics!</a:t>
            </a:r>
            <a:endParaRPr lang="en-US" sz="1600" dirty="0"/>
          </a:p>
        </p:txBody>
      </p:sp>
      <p:pic>
        <p:nvPicPr>
          <p:cNvPr id="1026" name="Picture 2" descr="preview.webp">
            <a:extLst>
              <a:ext uri="{FF2B5EF4-FFF2-40B4-BE49-F238E27FC236}">
                <a16:creationId xmlns:a16="http://schemas.microsoft.com/office/drawing/2014/main" id="{0C3D27EB-50CA-FECB-6498-7A9E298C9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515" y="5142782"/>
            <a:ext cx="2313997" cy="127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view.webp">
            <a:extLst>
              <a:ext uri="{FF2B5EF4-FFF2-40B4-BE49-F238E27FC236}">
                <a16:creationId xmlns:a16="http://schemas.microsoft.com/office/drawing/2014/main" id="{89EB396F-3235-EB17-31C5-85AED79C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583" y="3347941"/>
            <a:ext cx="2194054" cy="13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6AAD6-3138-2AB6-5567-A6F220A3EF22}"/>
              </a:ext>
            </a:extLst>
          </p:cNvPr>
          <p:cNvSpPr txBox="1"/>
          <p:nvPr/>
        </p:nvSpPr>
        <p:spPr>
          <a:xfrm>
            <a:off x="8181070" y="3379397"/>
            <a:ext cx="13868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</a:rPr>
              <a:t>Jackson once had a pet chimpanzee called Bubbles.</a:t>
            </a:r>
          </a:p>
        </p:txBody>
      </p:sp>
      <p:pic>
        <p:nvPicPr>
          <p:cNvPr id="1030" name="Picture 6" descr="images">
            <a:extLst>
              <a:ext uri="{FF2B5EF4-FFF2-40B4-BE49-F238E27FC236}">
                <a16:creationId xmlns:a16="http://schemas.microsoft.com/office/drawing/2014/main" id="{09576842-AAF0-2B8A-E90C-D60614BC5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574" y="1140329"/>
            <a:ext cx="2064054" cy="152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0DF8D-3B2C-F350-0571-EBEBBF730A12}"/>
              </a:ext>
            </a:extLst>
          </p:cNvPr>
          <p:cNvSpPr txBox="1"/>
          <p:nvPr/>
        </p:nvSpPr>
        <p:spPr>
          <a:xfrm>
            <a:off x="9628571" y="220310"/>
            <a:ext cx="2443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first sang in public when he was 5 years old (in 1963)!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3FAA2-B4BA-4A30-FCE8-EA1064F42747}"/>
              </a:ext>
            </a:extLst>
          </p:cNvPr>
          <p:cNvSpPr txBox="1"/>
          <p:nvPr/>
        </p:nvSpPr>
        <p:spPr>
          <a:xfrm flipH="1">
            <a:off x="65988" y="132048"/>
            <a:ext cx="1951070" cy="3337560"/>
          </a:xfrm>
          <a:prstGeom prst="flowChartDelay">
            <a:avLst/>
          </a:prstGeom>
          <a:solidFill>
            <a:srgbClr val="CC9B00"/>
          </a:solidFill>
        </p:spPr>
        <p:txBody>
          <a:bodyPr wrap="square">
            <a:no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32" name="Picture 8" descr="The Day Michael Jackson Was Crowned King of an Ivory Coast Village">
            <a:extLst>
              <a:ext uri="{FF2B5EF4-FFF2-40B4-BE49-F238E27FC236}">
                <a16:creationId xmlns:a16="http://schemas.microsoft.com/office/drawing/2014/main" id="{37147A63-2D26-401B-B220-519BD4D3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58" y="660989"/>
            <a:ext cx="2036706" cy="203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22DC77-ECA3-AAE6-A07D-A8AFF6C8DE64}"/>
              </a:ext>
            </a:extLst>
          </p:cNvPr>
          <p:cNvSpPr txBox="1"/>
          <p:nvPr/>
        </p:nvSpPr>
        <p:spPr>
          <a:xfrm>
            <a:off x="5627781" y="3054171"/>
            <a:ext cx="24474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helped many people.  He got awards from two presidents for all of his help!</a:t>
            </a:r>
            <a:endParaRPr lang="en-US" sz="1600" dirty="0"/>
          </a:p>
        </p:txBody>
      </p:sp>
      <p:pic>
        <p:nvPicPr>
          <p:cNvPr id="1034" name="Picture 10" descr="Achievements/Awards - Michael Jackson">
            <a:extLst>
              <a:ext uri="{FF2B5EF4-FFF2-40B4-BE49-F238E27FC236}">
                <a16:creationId xmlns:a16="http://schemas.microsoft.com/office/drawing/2014/main" id="{374A643B-B944-50CD-9358-15BBE7D58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047" y="4188688"/>
            <a:ext cx="1916924" cy="180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8D3EDE-C505-2659-688F-F06E9FB28968}"/>
              </a:ext>
            </a:extLst>
          </p:cNvPr>
          <p:cNvSpPr txBox="1"/>
          <p:nvPr/>
        </p:nvSpPr>
        <p:spPr>
          <a:xfrm>
            <a:off x="350820" y="493583"/>
            <a:ext cx="19132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Michael Jackson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</a:rPr>
              <a:t>was an amazing singer and dancer, loved his family, and he helped a lot of people!  He also liked to have fun, just like us!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42" name="Picture 18" descr="Meet Michael Jackson's secret half-sister, Joh'Vonnie: she ...">
            <a:extLst>
              <a:ext uri="{FF2B5EF4-FFF2-40B4-BE49-F238E27FC236}">
                <a16:creationId xmlns:a16="http://schemas.microsoft.com/office/drawing/2014/main" id="{DC65CC3C-8DE6-45C9-78BE-82281EFF2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879" y="3813194"/>
            <a:ext cx="1440519" cy="135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8,063 Michael Jackson Children Stock Photos, High-Res ...">
            <a:extLst>
              <a:ext uri="{FF2B5EF4-FFF2-40B4-BE49-F238E27FC236}">
                <a16:creationId xmlns:a16="http://schemas.microsoft.com/office/drawing/2014/main" id="{42D6DE9F-F808-9C18-9D58-63EB9D01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3" y="5168976"/>
            <a:ext cx="1440519" cy="13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530057-E074-9162-48CE-810972161F3B}"/>
              </a:ext>
            </a:extLst>
          </p:cNvPr>
          <p:cNvSpPr txBox="1"/>
          <p:nvPr/>
        </p:nvSpPr>
        <p:spPr>
          <a:xfrm>
            <a:off x="2444157" y="4099115"/>
            <a:ext cx="1666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had 9 brothers and sisters.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0C16B-3CBA-F2C1-A8CD-784471DE515C}"/>
              </a:ext>
            </a:extLst>
          </p:cNvPr>
          <p:cNvSpPr txBox="1"/>
          <p:nvPr/>
        </p:nvSpPr>
        <p:spPr>
          <a:xfrm>
            <a:off x="3851879" y="5612236"/>
            <a:ext cx="1666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had 4 kids!</a:t>
            </a:r>
            <a:endParaRPr lang="en-US" sz="1600" dirty="0"/>
          </a:p>
        </p:txBody>
      </p:sp>
      <p:pic>
        <p:nvPicPr>
          <p:cNvPr id="1048" name="Picture 24" descr="Michael Jackson's Moonwalk Compilation">
            <a:extLst>
              <a:ext uri="{FF2B5EF4-FFF2-40B4-BE49-F238E27FC236}">
                <a16:creationId xmlns:a16="http://schemas.microsoft.com/office/drawing/2014/main" id="{7FA41469-AE59-41B7-970D-320924DEA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1" r="32458"/>
          <a:stretch/>
        </p:blipFill>
        <p:spPr bwMode="auto">
          <a:xfrm>
            <a:off x="581381" y="3755231"/>
            <a:ext cx="1215664" cy="175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10E7D8-B182-6815-35C8-5456B6A124A3}"/>
              </a:ext>
            </a:extLst>
          </p:cNvPr>
          <p:cNvSpPr txBox="1"/>
          <p:nvPr/>
        </p:nvSpPr>
        <p:spPr>
          <a:xfrm>
            <a:off x="6990400" y="523017"/>
            <a:ext cx="25581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was the “King of Pop.”  He won many awards, and he was so popular!  But, he also really was a king (of a small village in Africa where his ancestors lived)!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62C50-4435-7140-F14E-E5D495FE175B}"/>
              </a:ext>
            </a:extLst>
          </p:cNvPr>
          <p:cNvSpPr txBox="1"/>
          <p:nvPr/>
        </p:nvSpPr>
        <p:spPr>
          <a:xfrm>
            <a:off x="421502" y="5523904"/>
            <a:ext cx="16521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Jackson invented a famous dance – the Moonwalk!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189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2" descr="Michael Jackson's Moonwalk 1983-2009 | the detail.">
            <a:extLst>
              <a:ext uri="{FF2B5EF4-FFF2-40B4-BE49-F238E27FC236}">
                <a16:creationId xmlns:a16="http://schemas.microsoft.com/office/drawing/2014/main" id="{406AA624-AC06-0318-943E-6A2F031CF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848" y="2989430"/>
            <a:ext cx="3071110" cy="168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82,816 Michael Jackson Photos &amp; High Res Pictures - Getty Images">
            <a:extLst>
              <a:ext uri="{FF2B5EF4-FFF2-40B4-BE49-F238E27FC236}">
                <a16:creationId xmlns:a16="http://schemas.microsoft.com/office/drawing/2014/main" id="{5D2DF01F-8A8F-42EF-263A-94921269E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407" y="1247535"/>
            <a:ext cx="1466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chael Jackson - Profile · AstroLinked®">
            <a:extLst>
              <a:ext uri="{FF2B5EF4-FFF2-40B4-BE49-F238E27FC236}">
                <a16:creationId xmlns:a16="http://schemas.microsoft.com/office/drawing/2014/main" id="{1B50E185-5B28-8084-46B3-8BCC6DDEE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509" y="3186063"/>
            <a:ext cx="16573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ichael Jackson - Profile Images — The Movie Database (TMDB)">
            <a:extLst>
              <a:ext uri="{FF2B5EF4-FFF2-40B4-BE49-F238E27FC236}">
                <a16:creationId xmlns:a16="http://schemas.microsoft.com/office/drawing/2014/main" id="{D8CE3162-6CA6-0B05-ADDA-401FAB2D1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131020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ichael Jackson - Profile Images — The Movie Database (TMDB)">
            <a:extLst>
              <a:ext uri="{FF2B5EF4-FFF2-40B4-BE49-F238E27FC236}">
                <a16:creationId xmlns:a16="http://schemas.microsoft.com/office/drawing/2014/main" id="{D8DAE0F6-62DF-2D11-6253-DF6D37CF7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193" y="1579730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inger Michael Jackson in 1983 in London.">
            <a:extLst>
              <a:ext uri="{FF2B5EF4-FFF2-40B4-BE49-F238E27FC236}">
                <a16:creationId xmlns:a16="http://schemas.microsoft.com/office/drawing/2014/main" id="{329517E4-C99E-60A2-10B7-718EF6104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04" y="3062112"/>
            <a:ext cx="2094987" cy="306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032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A1B01C-98E4-46B9-B465-03061D30EBD3}"/>
              </a:ext>
            </a:extLst>
          </p:cNvPr>
          <p:cNvSpPr txBox="1"/>
          <p:nvPr/>
        </p:nvSpPr>
        <p:spPr>
          <a:xfrm>
            <a:off x="1364399" y="132049"/>
            <a:ext cx="3185139" cy="3337560"/>
          </a:xfrm>
          <a:prstGeom prst="rect">
            <a:avLst/>
          </a:prstGeom>
          <a:solidFill>
            <a:srgbClr val="CC9B00"/>
          </a:solidFill>
        </p:spPr>
        <p:txBody>
          <a:bodyPr wrap="square">
            <a:no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38" name="Picture 14" descr="images">
            <a:extLst>
              <a:ext uri="{FF2B5EF4-FFF2-40B4-BE49-F238E27FC236}">
                <a16:creationId xmlns:a16="http://schemas.microsoft.com/office/drawing/2014/main" id="{26F4E736-92CE-FE76-2043-E24447A1E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053" y="224549"/>
            <a:ext cx="2219253" cy="312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5D34D-4572-4590-EA3D-EC2F8CF3994F}"/>
              </a:ext>
            </a:extLst>
          </p:cNvPr>
          <p:cNvSpPr txBox="1"/>
          <p:nvPr/>
        </p:nvSpPr>
        <p:spPr>
          <a:xfrm>
            <a:off x="8079007" y="5090770"/>
            <a:ext cx="1590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was a big Spiderman fan.  He tried to buy Marvel Comics!</a:t>
            </a:r>
            <a:endParaRPr lang="en-US" sz="1600" dirty="0"/>
          </a:p>
        </p:txBody>
      </p:sp>
      <p:pic>
        <p:nvPicPr>
          <p:cNvPr id="1026" name="Picture 2" descr="preview.webp">
            <a:extLst>
              <a:ext uri="{FF2B5EF4-FFF2-40B4-BE49-F238E27FC236}">
                <a16:creationId xmlns:a16="http://schemas.microsoft.com/office/drawing/2014/main" id="{0C3D27EB-50CA-FECB-6498-7A9E298C9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515" y="5142782"/>
            <a:ext cx="2313997" cy="127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view.webp">
            <a:extLst>
              <a:ext uri="{FF2B5EF4-FFF2-40B4-BE49-F238E27FC236}">
                <a16:creationId xmlns:a16="http://schemas.microsoft.com/office/drawing/2014/main" id="{89EB396F-3235-EB17-31C5-85AED79C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583" y="3347941"/>
            <a:ext cx="2194054" cy="13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6AAD6-3138-2AB6-5567-A6F220A3EF22}"/>
              </a:ext>
            </a:extLst>
          </p:cNvPr>
          <p:cNvSpPr txBox="1"/>
          <p:nvPr/>
        </p:nvSpPr>
        <p:spPr>
          <a:xfrm>
            <a:off x="8181070" y="3379397"/>
            <a:ext cx="13868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</a:rPr>
              <a:t>Jackson once had a pet chimpanzee called Bubbles.</a:t>
            </a:r>
          </a:p>
        </p:txBody>
      </p:sp>
      <p:pic>
        <p:nvPicPr>
          <p:cNvPr id="1030" name="Picture 6" descr="images">
            <a:extLst>
              <a:ext uri="{FF2B5EF4-FFF2-40B4-BE49-F238E27FC236}">
                <a16:creationId xmlns:a16="http://schemas.microsoft.com/office/drawing/2014/main" id="{09576842-AAF0-2B8A-E90C-D60614BC5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574" y="1140329"/>
            <a:ext cx="2064054" cy="152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0DF8D-3B2C-F350-0571-EBEBBF730A12}"/>
              </a:ext>
            </a:extLst>
          </p:cNvPr>
          <p:cNvSpPr txBox="1"/>
          <p:nvPr/>
        </p:nvSpPr>
        <p:spPr>
          <a:xfrm>
            <a:off x="9628571" y="220310"/>
            <a:ext cx="2443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first sang in public when he was 5 years old (in 1963)!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3FAA2-B4BA-4A30-FCE8-EA1064F42747}"/>
              </a:ext>
            </a:extLst>
          </p:cNvPr>
          <p:cNvSpPr txBox="1"/>
          <p:nvPr/>
        </p:nvSpPr>
        <p:spPr>
          <a:xfrm flipH="1">
            <a:off x="65988" y="132048"/>
            <a:ext cx="1951070" cy="3337560"/>
          </a:xfrm>
          <a:prstGeom prst="flowChartDelay">
            <a:avLst/>
          </a:prstGeom>
          <a:solidFill>
            <a:srgbClr val="CC9B00"/>
          </a:solidFill>
        </p:spPr>
        <p:txBody>
          <a:bodyPr wrap="square">
            <a:no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32" name="Picture 8" descr="The Day Michael Jackson Was Crowned King of an Ivory Coast Village">
            <a:extLst>
              <a:ext uri="{FF2B5EF4-FFF2-40B4-BE49-F238E27FC236}">
                <a16:creationId xmlns:a16="http://schemas.microsoft.com/office/drawing/2014/main" id="{37147A63-2D26-401B-B220-519BD4D3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58" y="660989"/>
            <a:ext cx="2036706" cy="203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22DC77-ECA3-AAE6-A07D-A8AFF6C8DE64}"/>
              </a:ext>
            </a:extLst>
          </p:cNvPr>
          <p:cNvSpPr txBox="1"/>
          <p:nvPr/>
        </p:nvSpPr>
        <p:spPr>
          <a:xfrm>
            <a:off x="5627781" y="3054171"/>
            <a:ext cx="24474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helped many people.  He got awards from two presidents for all of his help!</a:t>
            </a:r>
            <a:endParaRPr lang="en-US" sz="1600" dirty="0"/>
          </a:p>
        </p:txBody>
      </p:sp>
      <p:pic>
        <p:nvPicPr>
          <p:cNvPr id="1034" name="Picture 10" descr="Achievements/Awards - Michael Jackson">
            <a:extLst>
              <a:ext uri="{FF2B5EF4-FFF2-40B4-BE49-F238E27FC236}">
                <a16:creationId xmlns:a16="http://schemas.microsoft.com/office/drawing/2014/main" id="{374A643B-B944-50CD-9358-15BBE7D58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047" y="4188688"/>
            <a:ext cx="1916924" cy="180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5A14F8-FC5B-BADC-D247-C3343BB4EADE}"/>
              </a:ext>
            </a:extLst>
          </p:cNvPr>
          <p:cNvSpPr txBox="1"/>
          <p:nvPr/>
        </p:nvSpPr>
        <p:spPr>
          <a:xfrm>
            <a:off x="6990400" y="523017"/>
            <a:ext cx="25581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was known as the “King of Pop.”  He won many awards, and he was so popular!  But, he also really was a king (of a small village in Africa where his ancestors lived)!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8D3EDE-C505-2659-688F-F06E9FB28968}"/>
              </a:ext>
            </a:extLst>
          </p:cNvPr>
          <p:cNvSpPr txBox="1"/>
          <p:nvPr/>
        </p:nvSpPr>
        <p:spPr>
          <a:xfrm>
            <a:off x="350820" y="493583"/>
            <a:ext cx="19132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Michael Jackson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</a:rPr>
              <a:t>was an amazing singer and dancer, loved his family, and he helped a lot of people!  He also liked to have fun, just like us!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42" name="Picture 18" descr="Meet Michael Jackson's secret half-sister, Joh'Vonnie: she ...">
            <a:extLst>
              <a:ext uri="{FF2B5EF4-FFF2-40B4-BE49-F238E27FC236}">
                <a16:creationId xmlns:a16="http://schemas.microsoft.com/office/drawing/2014/main" id="{DC65CC3C-8DE6-45C9-78BE-82281EFF2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879" y="3813194"/>
            <a:ext cx="1440519" cy="135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8,063 Michael Jackson Children Stock Photos, High-Res ...">
            <a:extLst>
              <a:ext uri="{FF2B5EF4-FFF2-40B4-BE49-F238E27FC236}">
                <a16:creationId xmlns:a16="http://schemas.microsoft.com/office/drawing/2014/main" id="{42D6DE9F-F808-9C18-9D58-63EB9D01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3" y="5168976"/>
            <a:ext cx="1440519" cy="13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530057-E074-9162-48CE-810972161F3B}"/>
              </a:ext>
            </a:extLst>
          </p:cNvPr>
          <p:cNvSpPr txBox="1"/>
          <p:nvPr/>
        </p:nvSpPr>
        <p:spPr>
          <a:xfrm>
            <a:off x="2444157" y="4099115"/>
            <a:ext cx="1666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had 9 brothers and sisters.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0C16B-3CBA-F2C1-A8CD-784471DE515C}"/>
              </a:ext>
            </a:extLst>
          </p:cNvPr>
          <p:cNvSpPr txBox="1"/>
          <p:nvPr/>
        </p:nvSpPr>
        <p:spPr>
          <a:xfrm>
            <a:off x="3851879" y="5612236"/>
            <a:ext cx="1666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And he had 4 kids!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B65E2-758F-830F-144A-091678F62D80}"/>
              </a:ext>
            </a:extLst>
          </p:cNvPr>
          <p:cNvSpPr txBox="1"/>
          <p:nvPr/>
        </p:nvSpPr>
        <p:spPr>
          <a:xfrm>
            <a:off x="421502" y="5665438"/>
            <a:ext cx="1652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A3A3A"/>
                </a:solidFill>
                <a:effectLst/>
                <a:latin typeface="Segoe UI" panose="020B0502040204020203" pitchFamily="34" charset="0"/>
              </a:rPr>
              <a:t>He invented a famous dance – the Moonwalk!</a:t>
            </a:r>
            <a:endParaRPr lang="en-US" sz="1600" dirty="0"/>
          </a:p>
        </p:txBody>
      </p:sp>
      <p:pic>
        <p:nvPicPr>
          <p:cNvPr id="1048" name="Picture 24" descr="Michael Jackson's Moonwalk Compilation">
            <a:extLst>
              <a:ext uri="{FF2B5EF4-FFF2-40B4-BE49-F238E27FC236}">
                <a16:creationId xmlns:a16="http://schemas.microsoft.com/office/drawing/2014/main" id="{7FA41469-AE59-41B7-970D-320924DEA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1" r="32458"/>
          <a:stretch/>
        </p:blipFill>
        <p:spPr bwMode="auto">
          <a:xfrm>
            <a:off x="581381" y="3755231"/>
            <a:ext cx="1215664" cy="175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76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598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Hohl</dc:creator>
  <cp:lastModifiedBy>Brian Hohl</cp:lastModifiedBy>
  <cp:revision>1</cp:revision>
  <dcterms:created xsi:type="dcterms:W3CDTF">2024-04-10T01:54:23Z</dcterms:created>
  <dcterms:modified xsi:type="dcterms:W3CDTF">2024-04-10T03:19:50Z</dcterms:modified>
</cp:coreProperties>
</file>