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3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2C5A-9F48-E409-1F13-AB90F7E0C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D3F4C-B2A5-7CC4-9E05-9089E467E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11545-CDE1-527F-BE02-98D7E55E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7367B-C548-56CC-C4AF-9F075D3D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D81E4-012A-3295-4F01-A9B3EDB7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16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3D19-6300-2688-9AFE-1A2267BEC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FE4D-20B8-64C4-4FAA-2C9441F02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E5124-5935-DDB6-1360-D6473FEF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337AB-4476-FB29-E02C-55067561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387DF-E84C-FEE3-E504-92419237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DA1B-B2A1-9E30-2C1C-DA33A8F0D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596E6-A9D7-E73F-F8DF-CC98EEEC9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5213C-F81B-546D-F02D-12D307720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9A59B-EADF-17B0-0329-EEB85899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5BDD9-388D-39B0-564F-EEE5EC3F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3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13787-6AB2-87CC-7510-BF051C27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EA0FB-899B-7CEA-5704-39289AE0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3D9EE-5433-D8DA-2ECC-A8E38E988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CE740-0881-6E79-8773-1C5942819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D962B-65D0-80B8-A521-EB1E315A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9047-A3FD-B14F-4AD6-2F364D32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5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67EA-C213-9C14-44A1-557B39E8A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C4CD8-9F2F-6CE1-FC17-E84548329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5B867-C210-5E39-182B-AC2203367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16A13-40B9-D3BE-41F4-911341AB3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75CEB-0596-570C-EAA6-85DB7D4BB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BEAF7-48EE-1219-E5C0-5B5449A4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65379-6389-32D7-70F7-5E47D9D5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F49C1-4CF5-0A28-E194-4A66CD9F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1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D4F21-8A90-B743-A516-006AD97D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BA4D7-49BF-EC81-D4E5-4A36184DB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239BD-4BB8-5240-82B4-CC4B758C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0FCBC-358F-AAEC-38E2-977C5CD11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87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54B2C-467E-1CA3-223A-D108C49A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352D0-ADF8-67B9-2328-B48DC214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C125-808E-7BF5-1281-605CD7A3F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40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2035-0692-A1B6-1812-D29EDFB1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3E19F-FECC-D7B9-86BC-BEF27FC9C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0C826-C232-29F2-A556-B8AA9A92F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2D0D9-EDC7-16F8-9B26-6FDB0FF9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126C4-91B0-48A2-9B10-AB79E5C0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2F25E-4003-1385-33CC-FD5E50583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5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04E5-F6F0-625C-F6AA-8EDB99D8C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D8FFD-E15B-A5A3-7B39-6209E774F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01DD3-1223-6BB9-F9F3-57A63ED3C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9F89D-2E89-BCAF-D331-806F3CB4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D638F-882E-9AE7-A0C4-EF54645B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BCFAF9-D7B4-4D68-01CF-5BC58C95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2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7CAF-40DF-78DC-DAB9-E5A58355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66B92-43DD-A6E6-1856-DBB9F2173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7C87E-0CA4-5993-AB5A-DEDA6AAB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8EDDE-F8BC-232A-6457-AA288F2A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617B6-B3EC-67FE-A9E8-DA8AE638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2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0C00D-D1B6-39F1-D32C-05A6DBDF3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3D7C8-ED07-CB6D-9F8B-29A02A58D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90F06-0A01-76E9-E310-83AD4FBD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6C964-A3F2-C3D0-CAA8-C4BAEFE9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91A1E-B2DC-1FFA-554C-2CF4500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0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9435F-E1B3-71CE-6D1D-72C0BF26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7782F-9A6E-ECC2-743B-C73C35186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2DBB2-047B-EBE0-949C-B9397FF96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D1114-60F6-4E1E-84F7-E2B3211DB351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C4FEC-077A-EC19-6E18-47718FABF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5ED3-C485-FEA3-5294-D139CD53C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E4B4CD-BF17-409C-9E40-B55AE2528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8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365210-8117-5209-DF24-FC2C1E88AA62}"/>
              </a:ext>
            </a:extLst>
          </p:cNvPr>
          <p:cNvSpPr/>
          <p:nvPr/>
        </p:nvSpPr>
        <p:spPr>
          <a:xfrm>
            <a:off x="3234267" y="1881546"/>
            <a:ext cx="1930400" cy="957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Idea capture</a:t>
            </a:r>
          </a:p>
          <a:p>
            <a:pPr algn="ctr"/>
            <a:r>
              <a:rPr lang="en-US" sz="1400" dirty="0"/>
              <a:t>-light idea submission + logging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4F45375-47B0-E11B-8B92-22DE17B8D950}"/>
              </a:ext>
            </a:extLst>
          </p:cNvPr>
          <p:cNvSpPr/>
          <p:nvPr/>
        </p:nvSpPr>
        <p:spPr>
          <a:xfrm>
            <a:off x="3234267" y="541868"/>
            <a:ext cx="2607733" cy="116614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Landscape assessment data</a:t>
            </a:r>
          </a:p>
          <a:p>
            <a:pPr algn="ctr"/>
            <a:r>
              <a:rPr lang="en-US" sz="1400" dirty="0"/>
              <a:t>-Priorities</a:t>
            </a:r>
          </a:p>
          <a:p>
            <a:pPr algn="ctr"/>
            <a:r>
              <a:rPr lang="en-US" sz="1400" dirty="0"/>
              <a:t>-Opportunities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6903E86-7650-E17F-2551-C1B703E6E8DB}"/>
              </a:ext>
            </a:extLst>
          </p:cNvPr>
          <p:cNvSpPr/>
          <p:nvPr/>
        </p:nvSpPr>
        <p:spPr>
          <a:xfrm>
            <a:off x="6096000" y="541868"/>
            <a:ext cx="2607733" cy="116614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Program directory / inventory</a:t>
            </a:r>
          </a:p>
          <a:p>
            <a:pPr algn="ctr"/>
            <a:r>
              <a:rPr lang="en-US" sz="1400" dirty="0"/>
              <a:t>-internal-facing version with detail</a:t>
            </a:r>
          </a:p>
          <a:p>
            <a:pPr algn="ctr"/>
            <a:r>
              <a:rPr lang="en-US" sz="1400" dirty="0"/>
              <a:t>-public-facing version w/ contacts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29E778B8-57DA-EC31-82E9-82E0871901C8}"/>
              </a:ext>
            </a:extLst>
          </p:cNvPr>
          <p:cNvSpPr/>
          <p:nvPr/>
        </p:nvSpPr>
        <p:spPr>
          <a:xfrm>
            <a:off x="8940799" y="541868"/>
            <a:ext cx="2607733" cy="116614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Evidence library</a:t>
            </a:r>
          </a:p>
          <a:p>
            <a:pPr algn="ctr"/>
            <a:r>
              <a:rPr lang="en-US" sz="1400" dirty="0"/>
              <a:t>-mapped to quality indicators</a:t>
            </a:r>
          </a:p>
          <a:p>
            <a:pPr algn="ctr"/>
            <a:r>
              <a:rPr lang="en-US" sz="1400" dirty="0"/>
              <a:t>-core elements</a:t>
            </a:r>
          </a:p>
          <a:p>
            <a:pPr algn="ctr"/>
            <a:r>
              <a:rPr lang="en-US" sz="1400" dirty="0"/>
              <a:t>-program-specific elements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D40684-F916-EE77-FC09-09D2C9D7B24A}"/>
              </a:ext>
            </a:extLst>
          </p:cNvPr>
          <p:cNvSpPr/>
          <p:nvPr/>
        </p:nvSpPr>
        <p:spPr>
          <a:xfrm>
            <a:off x="270933" y="1985667"/>
            <a:ext cx="2455334" cy="7496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program idea generation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99983DD-69E2-0603-A4F1-0EB57B462F9D}"/>
              </a:ext>
            </a:extLst>
          </p:cNvPr>
          <p:cNvSpPr/>
          <p:nvPr/>
        </p:nvSpPr>
        <p:spPr>
          <a:xfrm>
            <a:off x="270933" y="3026867"/>
            <a:ext cx="2455334" cy="7496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program candidate </a:t>
            </a:r>
            <a:r>
              <a:rPr lang="en-US" dirty="0" err="1"/>
              <a:t>reivew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EFA842-748B-3835-4373-935EB50BC04D}"/>
              </a:ext>
            </a:extLst>
          </p:cNvPr>
          <p:cNvSpPr/>
          <p:nvPr/>
        </p:nvSpPr>
        <p:spPr>
          <a:xfrm>
            <a:off x="270933" y="4068068"/>
            <a:ext cx="2455334" cy="7496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Existing program review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C358A6-F42B-A0F3-9AA0-AE1E38EE249C}"/>
              </a:ext>
            </a:extLst>
          </p:cNvPr>
          <p:cNvSpPr/>
          <p:nvPr/>
        </p:nvSpPr>
        <p:spPr>
          <a:xfrm>
            <a:off x="270933" y="5109269"/>
            <a:ext cx="2455334" cy="7496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Landscape assessment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CB62CE-2B74-9026-8A30-84DDA2F92393}"/>
              </a:ext>
            </a:extLst>
          </p:cNvPr>
          <p:cNvSpPr/>
          <p:nvPr/>
        </p:nvSpPr>
        <p:spPr>
          <a:xfrm>
            <a:off x="270933" y="6150470"/>
            <a:ext cx="2455334" cy="7496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Reporting</a:t>
            </a:r>
          </a:p>
          <a:p>
            <a:pPr algn="ctr"/>
            <a:r>
              <a:rPr lang="en-US" dirty="0"/>
              <a:t>(on all of the above)</a:t>
            </a:r>
          </a:p>
        </p:txBody>
      </p:sp>
    </p:spTree>
    <p:extLst>
      <p:ext uri="{BB962C8B-B14F-4D97-AF65-F5344CB8AC3E}">
        <p14:creationId xmlns:p14="http://schemas.microsoft.com/office/powerpoint/2010/main" val="2352098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Hohl</dc:creator>
  <cp:lastModifiedBy>Brian Hohl</cp:lastModifiedBy>
  <cp:revision>1</cp:revision>
  <dcterms:created xsi:type="dcterms:W3CDTF">2026-02-06T23:42:04Z</dcterms:created>
  <dcterms:modified xsi:type="dcterms:W3CDTF">2026-02-06T23:42:43Z</dcterms:modified>
</cp:coreProperties>
</file>